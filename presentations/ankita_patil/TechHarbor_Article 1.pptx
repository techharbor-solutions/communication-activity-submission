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1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95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04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61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5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4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91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88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0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19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90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0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82" y="565529"/>
            <a:ext cx="6571343" cy="1049235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IN" sz="1800" dirty="0" err="1"/>
              <a:t>TechHarbor</a:t>
            </a:r>
            <a:r>
              <a:rPr lang="en-IN" sz="1800" dirty="0"/>
              <a:t> Solutions </a:t>
            </a:r>
            <a:r>
              <a:rPr lang="en-IN" sz="1800" dirty="0" err="1"/>
              <a:t>Pvt.</a:t>
            </a:r>
            <a:r>
              <a:rPr lang="en-IN" sz="1800" dirty="0"/>
              <a:t> Ltd.</a:t>
            </a:r>
            <a:br>
              <a:rPr lang="en-IN" sz="1800" dirty="0"/>
            </a:br>
            <a:endParaRPr sz="18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81" y="2649578"/>
            <a:ext cx="6571343" cy="3450613"/>
          </a:xfrm>
        </p:spPr>
        <p:txBody>
          <a:bodyPr/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b="1" dirty="0"/>
              <a:t>Python Article 1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b="1" dirty="0"/>
              <a:t>Python and List Overview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b="1" dirty="0"/>
              <a:t>  - By  Ankita Patil</a:t>
            </a:r>
            <a:endParaRPr b="1"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645" y="0"/>
            <a:ext cx="43953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 Introduction</a:t>
            </a:r>
            <a:r>
              <a:rPr lang="en-US" dirty="0"/>
              <a:t> to Python</a:t>
            </a:r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 </a:t>
            </a:r>
            <a:r>
              <a:rPr lang="en-US" sz="2400" dirty="0"/>
              <a:t>Why Python is popular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 </a:t>
            </a:r>
            <a:r>
              <a:rPr lang="en-US" sz="2400" dirty="0"/>
              <a:t>Python data types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 </a:t>
            </a:r>
            <a:r>
              <a:rPr lang="en-US" sz="2400" dirty="0"/>
              <a:t>List in Python</a:t>
            </a:r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 List Operations</a:t>
            </a:r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/>
              <a:t> Conclusion </a:t>
            </a:r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endParaRPr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4000" b="1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What is Python?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Python is High </a:t>
            </a:r>
            <a:r>
              <a:rPr lang="en-US" dirty="0" err="1"/>
              <a:t>level,dynamically</a:t>
            </a:r>
            <a:r>
              <a:rPr lang="en-US" dirty="0"/>
              <a:t> typed programming language. </a:t>
            </a:r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 </a:t>
            </a:r>
            <a:r>
              <a:rPr lang="en-US" dirty="0"/>
              <a:t>Why python is popular?</a:t>
            </a:r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 </a:t>
            </a:r>
            <a:r>
              <a:rPr lang="en-US" dirty="0"/>
              <a:t>Applications of Python</a:t>
            </a:r>
            <a:endParaRPr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43934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4000" b="1" dirty="0"/>
              <a:t>Python data types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411480" y="166908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AutoShape 8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316" y="2100079"/>
            <a:ext cx="5177693" cy="325291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List in Python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 </a:t>
            </a:r>
            <a:r>
              <a:rPr lang="en-US" dirty="0"/>
              <a:t>What is a List?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 List is </a:t>
            </a:r>
            <a:r>
              <a:rPr lang="en-US" altLang="en-US" dirty="0">
                <a:latin typeface="Arial" panose="020B0604020202020204" pitchFamily="34" charset="0"/>
              </a:rPr>
              <a:t>used to store multiple values in a    single variable.</a:t>
            </a:r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 </a:t>
            </a:r>
            <a:r>
              <a:rPr lang="en-US" dirty="0"/>
              <a:t>Real World Example :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 </a:t>
            </a:r>
            <a:r>
              <a:rPr lang="en-US" i="1" dirty="0"/>
              <a:t>Subjects = ["Python", "Math", "Science"]</a:t>
            </a:r>
            <a:endParaRPr i="1"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List operation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 </a:t>
            </a:r>
            <a:r>
              <a:rPr lang="en-US" sz="2400" dirty="0"/>
              <a:t>append()- Add the Item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 </a:t>
            </a:r>
            <a:r>
              <a:rPr lang="en-US" dirty="0"/>
              <a:t>remove()-Remove the item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 pop()-</a:t>
            </a:r>
            <a:r>
              <a:rPr lang="en-US" sz="2400" dirty="0"/>
              <a:t> removing an element</a:t>
            </a:r>
            <a:endParaRPr lang="en-US"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 update()- Update the Item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 Insert()- Insert the Item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 Indexing()- </a:t>
            </a:r>
            <a:r>
              <a:rPr lang="en-US" sz="2400" dirty="0"/>
              <a:t>accessing an element</a:t>
            </a:r>
            <a:endParaRPr lang="en-US" dirty="0"/>
          </a:p>
          <a:p>
            <a:pPr>
              <a:defRPr sz="2400">
                <a:solidFill>
                  <a:srgbClr val="E6E6E6"/>
                </a:solidFill>
              </a:defRPr>
            </a:pPr>
            <a:endParaRPr lang="en-US"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• </a:t>
            </a:r>
            <a:r>
              <a:rPr lang="en-US" sz="2400" dirty="0"/>
              <a:t>Python basics such as data types and lists are used in almost every real-world application.</a:t>
            </a:r>
            <a:br>
              <a:rPr lang="en-US" sz="2400" dirty="0"/>
            </a:br>
            <a:r>
              <a:rPr lang="en-US" sz="2400" dirty="0"/>
              <a:t>Understanding these concepts helps in learning advanced Python topics easily.</a:t>
            </a:r>
            <a:r>
              <a:rPr dirty="0"/>
              <a:t> 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91</TotalTime>
  <Words>178</Words>
  <Application>Microsoft Office PowerPoint</Application>
  <PresentationFormat>On-screen Show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TechHarbor Solutions Pvt. Ltd. </vt:lpstr>
      <vt:lpstr>Agenda</vt:lpstr>
      <vt:lpstr>Introduction </vt:lpstr>
      <vt:lpstr>Python data types</vt:lpstr>
      <vt:lpstr>List in Python</vt:lpstr>
      <vt:lpstr>List operation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ONBOARDING Training  Internship Program Overview</dc:title>
  <dc:subject/>
  <dc:creator>iTA</dc:creator>
  <cp:keywords/>
  <dc:description>generated using python-pptx</dc:description>
  <cp:lastModifiedBy>ankita.patil@techharbor.co.in</cp:lastModifiedBy>
  <cp:revision>15</cp:revision>
  <dcterms:created xsi:type="dcterms:W3CDTF">2013-01-27T09:14:16Z</dcterms:created>
  <dcterms:modified xsi:type="dcterms:W3CDTF">2026-01-19T08:22:02Z</dcterms:modified>
  <cp:category/>
</cp:coreProperties>
</file>