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1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956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048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61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5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44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91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889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01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19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900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802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82" y="565529"/>
            <a:ext cx="6571343" cy="1049235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IN" sz="1800" dirty="0" err="1"/>
              <a:t>TechHarbor</a:t>
            </a:r>
            <a:r>
              <a:rPr lang="en-IN" sz="1800" dirty="0"/>
              <a:t> Solutions </a:t>
            </a:r>
            <a:r>
              <a:rPr lang="en-IN" sz="1800" dirty="0" err="1"/>
              <a:t>Pvt.</a:t>
            </a:r>
            <a:r>
              <a:rPr lang="en-IN" sz="1800" dirty="0"/>
              <a:t> Ltd.</a:t>
            </a:r>
            <a:br>
              <a:rPr lang="en-IN" sz="1800" dirty="0"/>
            </a:br>
            <a:endParaRPr sz="18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81" y="2649578"/>
            <a:ext cx="6571343" cy="345061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Python  Article 2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Variables and If-Else Statements</a:t>
            </a:r>
          </a:p>
          <a:p>
            <a:pPr marL="0" indent="0">
              <a:buNone/>
              <a:defRPr sz="2400">
                <a:solidFill>
                  <a:srgbClr val="E6E6E6"/>
                </a:solidFill>
              </a:defRPr>
            </a:pPr>
            <a:r>
              <a:rPr lang="en-US" b="1" dirty="0"/>
              <a:t> - By Ankita Patil</a:t>
            </a:r>
            <a:endParaRPr b="1" dirty="0"/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645" y="0"/>
            <a:ext cx="43953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dirty="0"/>
              <a:t>Introduction</a:t>
            </a:r>
            <a:r>
              <a:rPr lang="en-US" dirty="0"/>
              <a:t> to Python</a:t>
            </a:r>
            <a:endParaRPr dirty="0"/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2400" dirty="0"/>
              <a:t>Understanding Variables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2400" dirty="0"/>
              <a:t>Global and Local Variables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2400" dirty="0"/>
              <a:t> If-Else Statements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2400" dirty="0"/>
              <a:t> If-</a:t>
            </a:r>
            <a:r>
              <a:rPr lang="en-US" sz="2400" dirty="0" err="1"/>
              <a:t>Elif</a:t>
            </a:r>
            <a:r>
              <a:rPr lang="en-US" sz="2400" dirty="0"/>
              <a:t>-Else and Nested If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2400" dirty="0"/>
              <a:t> Conclusion </a:t>
            </a:r>
            <a:endParaRPr dirty="0"/>
          </a:p>
          <a:p>
            <a:pPr>
              <a:defRPr sz="2400">
                <a:solidFill>
                  <a:srgbClr val="E6E6E6"/>
                </a:solidFill>
              </a:defRPr>
            </a:pPr>
            <a:endParaRPr dirty="0"/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4000" b="1" dirty="0"/>
              <a:t>Introduction </a:t>
            </a: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443491" y="2309880"/>
            <a:ext cx="653897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Programming means giving instructions to a computer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Python uses: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- Simple syntax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- Easy-to-read code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Two important concepts: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Variables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store data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If-Else Statements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make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4000" b="1" dirty="0"/>
              <a:t>Python 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566835"/>
            <a:ext cx="6571343" cy="2899511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Python Variables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 </a:t>
            </a:r>
            <a:r>
              <a:rPr lang="en-US" b="1" dirty="0">
                <a:solidFill>
                  <a:schemeClr val="bg1"/>
                </a:solidFill>
              </a:rPr>
              <a:t>variable</a:t>
            </a:r>
            <a:r>
              <a:rPr lang="en-US" dirty="0">
                <a:solidFill>
                  <a:schemeClr val="bg1"/>
                </a:solidFill>
              </a:rPr>
              <a:t> stores data in memory</a:t>
            </a:r>
          </a:p>
          <a:p>
            <a:r>
              <a:rPr lang="en-US" dirty="0">
                <a:solidFill>
                  <a:schemeClr val="bg1"/>
                </a:solidFill>
              </a:rPr>
              <a:t>Rules for variable names:  ?</a:t>
            </a: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>Types and scope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lang="en-US" sz="2400" dirty="0"/>
              <a:t>Types of Variables</a:t>
            </a:r>
          </a:p>
          <a:p>
            <a:r>
              <a:rPr lang="en-US" sz="2400" dirty="0">
                <a:solidFill>
                  <a:schemeClr val="bg1"/>
                </a:solidFill>
              </a:rPr>
              <a:t>Scope of Variables</a:t>
            </a:r>
          </a:p>
          <a:p>
            <a:r>
              <a:rPr lang="en-US" sz="2400" dirty="0">
                <a:solidFill>
                  <a:schemeClr val="bg1"/>
                </a:solidFill>
              </a:rPr>
              <a:t>- Local Variable</a:t>
            </a:r>
          </a:p>
          <a:p>
            <a:r>
              <a:rPr lang="en-US" sz="2400" dirty="0">
                <a:solidFill>
                  <a:schemeClr val="bg1"/>
                </a:solidFill>
              </a:rPr>
              <a:t>- Global  Variable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endParaRPr lang="en-US" sz="2400" dirty="0"/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If-Else Statements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If-Else Statements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- Used for </a:t>
            </a:r>
            <a:r>
              <a:rPr lang="en-US" b="1" dirty="0">
                <a:solidFill>
                  <a:schemeClr val="bg1"/>
                </a:solidFill>
              </a:rPr>
              <a:t>decision making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If-</a:t>
            </a:r>
            <a:r>
              <a:rPr lang="en-US" b="1" dirty="0" err="1">
                <a:solidFill>
                  <a:schemeClr val="bg1"/>
                </a:solidFill>
              </a:rPr>
              <a:t>Elif</a:t>
            </a:r>
            <a:r>
              <a:rPr lang="en-US" b="1" dirty="0">
                <a:solidFill>
                  <a:schemeClr val="bg1"/>
                </a:solidFill>
              </a:rPr>
              <a:t>-Else</a:t>
            </a:r>
          </a:p>
          <a:p>
            <a:r>
              <a:rPr lang="en-US" dirty="0">
                <a:solidFill>
                  <a:schemeClr val="bg1"/>
                </a:solidFill>
              </a:rPr>
              <a:t>- Used when checking </a:t>
            </a:r>
            <a:r>
              <a:rPr lang="en-US" b="1" dirty="0">
                <a:solidFill>
                  <a:schemeClr val="bg1"/>
                </a:solidFill>
              </a:rPr>
              <a:t>multiple conditions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Nested If</a:t>
            </a:r>
          </a:p>
          <a:p>
            <a:r>
              <a:rPr lang="en-US" dirty="0">
                <a:solidFill>
                  <a:schemeClr val="bg1"/>
                </a:solidFill>
              </a:rPr>
              <a:t>- If inside another If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Variables store data, and If-Else statements control the flow of a program. Understanding </a:t>
            </a:r>
            <a:r>
              <a:rPr lang="en-US" b="1" dirty="0">
                <a:solidFill>
                  <a:schemeClr val="bg1"/>
                </a:solidFill>
              </a:rPr>
              <a:t>global and local variables</a:t>
            </a:r>
            <a:r>
              <a:rPr lang="en-US" dirty="0">
                <a:solidFill>
                  <a:schemeClr val="bg1"/>
                </a:solidFill>
              </a:rPr>
              <a:t> ensures proper data scope, while conditional statements allow programs to make decisions. Mastering these basics is essential for writing </a:t>
            </a:r>
            <a:r>
              <a:rPr lang="en-US" b="1" dirty="0">
                <a:solidFill>
                  <a:schemeClr val="bg1"/>
                </a:solidFill>
              </a:rPr>
              <a:t>efficient and logical Python programs</a:t>
            </a:r>
            <a:r>
              <a:rPr lang="en-US" dirty="0"/>
              <a:t>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5755</TotalTime>
  <Words>174</Words>
  <Application>Microsoft Office PowerPoint</Application>
  <PresentationFormat>On-screen Show (4:3)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TechHarbor Solutions Pvt. Ltd. </vt:lpstr>
      <vt:lpstr>Agenda</vt:lpstr>
      <vt:lpstr>Introduction </vt:lpstr>
      <vt:lpstr>Python  variable</vt:lpstr>
      <vt:lpstr>Types and scope</vt:lpstr>
      <vt:lpstr>If-Else Statements 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ONBOARDING Training  Internship Program Overview</dc:title>
  <dc:subject/>
  <dc:creator>iTA</dc:creator>
  <cp:keywords/>
  <dc:description>generated using python-pptx</dc:description>
  <cp:lastModifiedBy>ankita.patil@techharbor.co.in</cp:lastModifiedBy>
  <cp:revision>16</cp:revision>
  <dcterms:created xsi:type="dcterms:W3CDTF">2013-01-27T09:14:16Z</dcterms:created>
  <dcterms:modified xsi:type="dcterms:W3CDTF">2026-01-23T06:50:34Z</dcterms:modified>
  <cp:category/>
</cp:coreProperties>
</file>