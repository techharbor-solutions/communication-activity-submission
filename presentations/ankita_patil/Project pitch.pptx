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95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04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4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88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19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90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0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82" y="565529"/>
            <a:ext cx="6571343" cy="1049235"/>
          </a:xfrm>
        </p:spPr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IN" sz="1800" dirty="0" err="1"/>
              <a:t>TechHarbor</a:t>
            </a:r>
            <a:r>
              <a:rPr lang="en-IN" sz="1800" dirty="0"/>
              <a:t> Solutions </a:t>
            </a:r>
            <a:r>
              <a:rPr lang="en-IN" sz="1800" dirty="0" err="1"/>
              <a:t>Pvt.</a:t>
            </a:r>
            <a:r>
              <a:rPr lang="en-IN" sz="1800" dirty="0"/>
              <a:t> Ltd.</a:t>
            </a:r>
            <a:br>
              <a:rPr lang="en-IN" sz="1800" dirty="0"/>
            </a:br>
            <a:endParaRPr sz="18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81" y="2649578"/>
            <a:ext cx="6571343" cy="3450613"/>
          </a:xfrm>
        </p:spPr>
        <p:txBody>
          <a:bodyPr/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Project Pitch 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r>
              <a:rPr lang="en-US" dirty="0"/>
              <a:t>-  By  Ankita Patil</a:t>
            </a: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45" y="0"/>
            <a:ext cx="439535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br>
              <a:rPr lang="en-US" dirty="0"/>
            </a:br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main problem is that </a:t>
            </a:r>
            <a:r>
              <a:rPr lang="en-US" b="1" dirty="0">
                <a:solidFill>
                  <a:schemeClr val="bg1"/>
                </a:solidFill>
              </a:rPr>
              <a:t>traditional systems and basic cloud pipelines cannot handle rapidly growing data efficiently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This results in:</a:t>
            </a:r>
          </a:p>
          <a:p>
            <a:r>
              <a:rPr lang="en-US" dirty="0">
                <a:solidFill>
                  <a:schemeClr val="bg1"/>
                </a:solidFill>
              </a:rPr>
              <a:t>Delayed reports</a:t>
            </a:r>
          </a:p>
          <a:p>
            <a:r>
              <a:rPr lang="en-US" dirty="0">
                <a:solidFill>
                  <a:schemeClr val="bg1"/>
                </a:solidFill>
              </a:rPr>
              <a:t>High infrastructure cost</a:t>
            </a:r>
          </a:p>
          <a:p>
            <a:r>
              <a:rPr lang="en-US" dirty="0">
                <a:solidFill>
                  <a:schemeClr val="bg1"/>
                </a:solidFill>
              </a:rPr>
              <a:t>Lack of real-time business insights</a:t>
            </a:r>
          </a:p>
          <a:p>
            <a:r>
              <a:rPr lang="en-US" dirty="0">
                <a:solidFill>
                  <a:schemeClr val="bg1"/>
                </a:solidFill>
              </a:rPr>
              <a:t>Heavy dependence on technical teams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Our Solution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SmartDataFlow</a:t>
            </a:r>
            <a:r>
              <a:rPr lang="en-US" dirty="0">
                <a:solidFill>
                  <a:schemeClr val="bg1"/>
                </a:solidFill>
              </a:rPr>
              <a:t> is a cloud-based </a:t>
            </a:r>
            <a:r>
              <a:rPr lang="en-US" b="1" dirty="0">
                <a:solidFill>
                  <a:schemeClr val="bg1"/>
                </a:solidFill>
              </a:rPr>
              <a:t>scalable data pipeline</a:t>
            </a:r>
            <a:r>
              <a:rPr lang="en-US" dirty="0">
                <a:solidFill>
                  <a:schemeClr val="bg1"/>
                </a:solidFill>
              </a:rPr>
              <a:t> product with an </a:t>
            </a:r>
            <a:r>
              <a:rPr lang="en-US" b="1" dirty="0">
                <a:solidFill>
                  <a:schemeClr val="bg1"/>
                </a:solidFill>
              </a:rPr>
              <a:t>intelligence layer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It connects multiple data sources, processes data in real-time, auto-scales resources, monitors performance, and shows insights in a </a:t>
            </a:r>
            <a:r>
              <a:rPr lang="en-US" b="1" dirty="0">
                <a:solidFill>
                  <a:schemeClr val="bg1"/>
                </a:solidFill>
              </a:rPr>
              <a:t>business-friendly dashboard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2400">
                <a:solidFill>
                  <a:srgbClr val="E6E6E6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How It Works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Data collected from apps, databases, APIs</a:t>
            </a:r>
          </a:p>
          <a:p>
            <a:r>
              <a:rPr lang="en-US" dirty="0">
                <a:solidFill>
                  <a:schemeClr val="bg1"/>
                </a:solidFill>
              </a:rPr>
              <a:t> Processed using distributed systems</a:t>
            </a:r>
          </a:p>
          <a:p>
            <a:r>
              <a:rPr lang="en-US" dirty="0">
                <a:solidFill>
                  <a:schemeClr val="bg1"/>
                </a:solidFill>
              </a:rPr>
              <a:t> Stored in cloud data lakes/warehouses</a:t>
            </a:r>
          </a:p>
          <a:p>
            <a:r>
              <a:rPr lang="en-US" dirty="0">
                <a:solidFill>
                  <a:schemeClr val="bg1"/>
                </a:solidFill>
              </a:rPr>
              <a:t>  Visualized using dashboards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Business Benefits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Faster decision-making</a:t>
            </a:r>
          </a:p>
          <a:p>
            <a:r>
              <a:rPr lang="en-US" dirty="0">
                <a:solidFill>
                  <a:schemeClr val="bg1"/>
                </a:solidFill>
              </a:rPr>
              <a:t>Pay-as-you-go cost model</a:t>
            </a:r>
          </a:p>
          <a:p>
            <a:r>
              <a:rPr lang="en-US" dirty="0">
                <a:solidFill>
                  <a:schemeClr val="bg1"/>
                </a:solidFill>
              </a:rPr>
              <a:t> Auto-scaling during peak loads</a:t>
            </a:r>
          </a:p>
          <a:p>
            <a:r>
              <a:rPr lang="en-US" dirty="0">
                <a:solidFill>
                  <a:schemeClr val="bg1"/>
                </a:solidFill>
              </a:rPr>
              <a:t> Reduced manual effort and errors</a:t>
            </a:r>
          </a:p>
          <a:p>
            <a:pPr>
              <a:defRPr sz="2400">
                <a:solidFill>
                  <a:srgbClr val="E6E6E6"/>
                </a:solidFill>
              </a:defRPr>
            </a:pPr>
            <a:endParaRPr dirty="0"/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conclusion, </a:t>
            </a:r>
            <a:r>
              <a:rPr lang="en-US" dirty="0" err="1">
                <a:solidFill>
                  <a:schemeClr val="bg1"/>
                </a:solidFill>
              </a:rPr>
              <a:t>SmartDataFlow</a:t>
            </a:r>
            <a:r>
              <a:rPr lang="en-US" dirty="0">
                <a:solidFill>
                  <a:schemeClr val="bg1"/>
                </a:solidFill>
              </a:rPr>
              <a:t> is more than a cloud tool — it is a </a:t>
            </a:r>
            <a:r>
              <a:rPr lang="en-US" b="1" dirty="0">
                <a:solidFill>
                  <a:schemeClr val="bg1"/>
                </a:solidFill>
              </a:rPr>
              <a:t>ready-to-use intelligent data pipeline platform</a:t>
            </a:r>
            <a:r>
              <a:rPr lang="en-US" dirty="0">
                <a:solidFill>
                  <a:schemeClr val="bg1"/>
                </a:solidFill>
              </a:rPr>
              <a:t> that saves cost, provides real-time business insights, and allows companies to scale efficiently.</a:t>
            </a:r>
          </a:p>
          <a:p>
            <a:r>
              <a:rPr lang="en-US" dirty="0">
                <a:solidFill>
                  <a:schemeClr val="bg1"/>
                </a:solidFill>
              </a:rPr>
              <a:t>It transforms raw cloud infrastructure into a </a:t>
            </a:r>
            <a:r>
              <a:rPr lang="en-US" b="1" dirty="0">
                <a:solidFill>
                  <a:schemeClr val="bg1"/>
                </a:solidFill>
              </a:rPr>
              <a:t>smart, business-ready solution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"/>
            <a:ext cx="13716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5823</TotalTime>
  <Words>190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TechHarbor Solutions Pvt. Ltd. </vt:lpstr>
      <vt:lpstr> Problem Statement</vt:lpstr>
      <vt:lpstr>Our Solution</vt:lpstr>
      <vt:lpstr>How It Works</vt:lpstr>
      <vt:lpstr>Business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ONBOARDING Training  Internship Program Overview</dc:title>
  <dc:subject/>
  <dc:creator>iTA</dc:creator>
  <cp:keywords/>
  <dc:description>generated using python-pptx</dc:description>
  <cp:lastModifiedBy>ankita.patil@techharbor.co.in</cp:lastModifiedBy>
  <cp:revision>15</cp:revision>
  <dcterms:created xsi:type="dcterms:W3CDTF">2013-01-27T09:14:16Z</dcterms:created>
  <dcterms:modified xsi:type="dcterms:W3CDTF">2026-01-23T06:50:25Z</dcterms:modified>
  <cp:category/>
</cp:coreProperties>
</file>