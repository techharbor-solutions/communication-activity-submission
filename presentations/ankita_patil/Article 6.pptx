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1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95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04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61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5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4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91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88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0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19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90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0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82" y="565529"/>
            <a:ext cx="6571343" cy="1049235"/>
          </a:xfrm>
        </p:spPr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2800" dirty="0"/>
              <a:t>INTERNSHIP ONBOARDING</a:t>
            </a:r>
          </a:p>
          <a:p>
            <a:r>
              <a:rPr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Training </a:t>
            </a:r>
            <a:r>
              <a:rPr lang="en-US"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/>
            </a:r>
            <a:br>
              <a:rPr lang="en-US"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+ Internship Program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81" y="2649578"/>
            <a:ext cx="6571343" cy="3450613"/>
          </a:xfrm>
        </p:spPr>
        <p:txBody>
          <a:bodyPr/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dirty="0" err="1"/>
              <a:t>TechHarbor</a:t>
            </a:r>
            <a:r>
              <a:rPr dirty="0"/>
              <a:t> Solutions Pvt. Ltd.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645" y="0"/>
            <a:ext cx="43953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443491" y="2217417"/>
            <a:ext cx="639291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Introduction to Files and Exceptions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Reading and Writing Files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with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Statement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Understanding Exceptions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Handling Errors Gracefully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Using JSON for Data Storage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Summary and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3065" y="777088"/>
            <a:ext cx="6571343" cy="1049235"/>
          </a:xfrm>
        </p:spPr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 smtClean="0">
                <a:solidFill>
                  <a:schemeClr val="bg1"/>
                </a:solidFill>
              </a:rPr>
              <a:t>Introduction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974" y="64008"/>
            <a:ext cx="1371600" cy="1371600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23065" y="2491487"/>
            <a:ext cx="636905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Programs often need to store data permanently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Errors may occur during program execution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Python provides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file handling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exception handling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These concepts make programs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reliable and user-friendly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sz="4000" b="1" dirty="0"/>
              <a:t>Working with Files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Python uses the open() function to read files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The with statement is recommended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Files can be read entirely or line by line</a:t>
            </a:r>
          </a:p>
          <a:p>
            <a:r>
              <a:rPr lang="en-US" dirty="0">
                <a:solidFill>
                  <a:schemeClr val="bg1"/>
                </a:solidFill>
              </a:rPr>
              <a:t>PROGRAM: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with open('pi_digits.txt') as </a:t>
            </a:r>
            <a:r>
              <a:rPr lang="en-US" dirty="0" err="1">
                <a:solidFill>
                  <a:schemeClr val="bg1"/>
                </a:solidFill>
              </a:rPr>
              <a:t>file_object</a:t>
            </a:r>
            <a:r>
              <a:rPr lang="en-US" dirty="0">
                <a:solidFill>
                  <a:schemeClr val="bg1"/>
                </a:solidFill>
              </a:rPr>
              <a:t>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contents = </a:t>
            </a:r>
            <a:r>
              <a:rPr lang="en-US" dirty="0" err="1">
                <a:solidFill>
                  <a:schemeClr val="bg1"/>
                </a:solidFill>
              </a:rPr>
              <a:t>file_object.read</a:t>
            </a:r>
            <a:r>
              <a:rPr lang="en-US" dirty="0">
                <a:solidFill>
                  <a:schemeClr val="bg1"/>
                </a:solidFill>
              </a:rPr>
              <a:t>()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print(contents)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sz="4000" b="1" dirty="0"/>
              <a:t>Writing and Appending Files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Write mode is used to write data into a file</a:t>
            </a:r>
            <a:b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Write mode overwrites existing content</a:t>
            </a:r>
            <a:b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Append mode adds new data without deleting old </a:t>
            </a:r>
            <a:r>
              <a:rPr lang="en-US" altLang="en-US" sz="2400" dirty="0" smtClean="0">
                <a:solidFill>
                  <a:schemeClr val="bg1"/>
                </a:solidFill>
                <a:latin typeface="Arial" panose="020B0604020202020204" pitchFamily="34" charset="0"/>
              </a:rPr>
              <a:t>data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 smtClean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(WRITE</a:t>
            </a:r>
            <a:r>
              <a:rPr lang="en-US" altLang="en-US" sz="2400" dirty="0" smtClean="0">
                <a:solidFill>
                  <a:schemeClr val="bg1"/>
                </a:solidFill>
                <a:latin typeface="Arial" panose="020B0604020202020204" pitchFamily="34" charset="0"/>
              </a:rPr>
              <a:t>):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with open('programming.txt', 'w') as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file_object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:</a:t>
            </a:r>
            <a:b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file_object.write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("I love programming.\n</a:t>
            </a:r>
            <a:r>
              <a:rPr lang="en-US" altLang="en-US" sz="2400" dirty="0" smtClean="0">
                <a:solidFill>
                  <a:schemeClr val="bg1"/>
                </a:solidFill>
                <a:latin typeface="Arial" panose="020B0604020202020204" pitchFamily="34" charset="0"/>
              </a:rPr>
              <a:t>") 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 smtClean="0">
                <a:solidFill>
                  <a:schemeClr val="bg1"/>
                </a:solidFill>
                <a:latin typeface="Arial" panose="020B0604020202020204" pitchFamily="34" charset="0"/>
              </a:rPr>
              <a:t>(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APPEND</a:t>
            </a:r>
            <a:r>
              <a:rPr lang="en-US" altLang="en-US" sz="2400" dirty="0" smtClean="0">
                <a:solidFill>
                  <a:schemeClr val="bg1"/>
                </a:solidFill>
                <a:latin typeface="Arial" panose="020B0604020202020204" pitchFamily="34" charset="0"/>
              </a:rPr>
              <a:t>):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with open('programming.txt', 'a') as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file_object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:</a:t>
            </a:r>
            <a:b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file_object.write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("I also love Python.\n")</a:t>
            </a:r>
          </a:p>
          <a:p>
            <a:pPr marL="0" indent="0">
              <a:buNone/>
              <a:defRPr sz="2400">
                <a:solidFill>
                  <a:srgbClr val="E6E6E6"/>
                </a:solidFill>
              </a:defRPr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0" y="378510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sz="4000" b="1" dirty="0"/>
              <a:t>Exceptions in Python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 exception is a runtime error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Exceptions stop program execution if not handled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Try block contains risky code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Except block handles the </a:t>
            </a:r>
            <a:r>
              <a:rPr lang="en-US" dirty="0" smtClean="0">
                <a:solidFill>
                  <a:schemeClr val="bg1"/>
                </a:solidFill>
              </a:rPr>
              <a:t>error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try: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print(10 / 0)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except </a:t>
            </a:r>
            <a:r>
              <a:rPr lang="en-US" dirty="0" err="1">
                <a:solidFill>
                  <a:schemeClr val="bg1"/>
                </a:solidFill>
              </a:rPr>
              <a:t>ZeroDivisionError</a:t>
            </a:r>
            <a:r>
              <a:rPr lang="en-US" dirty="0">
                <a:solidFill>
                  <a:schemeClr val="bg1"/>
                </a:solidFill>
              </a:rPr>
              <a:t>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print("You cannot divide by zero")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sz="4000" b="1" dirty="0"/>
              <a:t>Files, Exceptions, and JSON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/>
              <a:t>Exceptions prevent program crashes</a:t>
            </a:r>
            <a:br>
              <a:rPr lang="en-US" sz="2400" dirty="0"/>
            </a:br>
            <a:r>
              <a:rPr lang="en-US" sz="2400" dirty="0" err="1"/>
              <a:t>FileNotFoundError</a:t>
            </a:r>
            <a:r>
              <a:rPr lang="en-US" sz="2400" dirty="0"/>
              <a:t> handles missing files</a:t>
            </a:r>
            <a:br>
              <a:rPr lang="en-US" sz="2400" dirty="0"/>
            </a:br>
            <a:r>
              <a:rPr lang="en-US" sz="2400" dirty="0"/>
              <a:t>JSON is used to store structured data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 smtClean="0"/>
              <a:t>conclusion</a:t>
            </a:r>
            <a:endParaRPr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574120" y="2263711"/>
            <a:ext cx="470192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Files allow permanent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Exceptions handle runtime errors gracefully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Prevents program crashes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Improves program reliability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JSON helps store 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199539815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</TotalTime>
  <Words>131</Words>
  <Application>Microsoft Office PowerPoint</Application>
  <PresentationFormat>On-screen Show (4:3)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 Unicode MS</vt:lpstr>
      <vt:lpstr>Arial</vt:lpstr>
      <vt:lpstr>Gill Sans MT</vt:lpstr>
      <vt:lpstr>Gallery</vt:lpstr>
      <vt:lpstr>INTERNSHIP ONBOARDING Training  + Internship Program Overview</vt:lpstr>
      <vt:lpstr>Agenda</vt:lpstr>
      <vt:lpstr>Introduction</vt:lpstr>
      <vt:lpstr>Working with Files</vt:lpstr>
      <vt:lpstr>Writing and Appending Files</vt:lpstr>
      <vt:lpstr>Exceptions in Python</vt:lpstr>
      <vt:lpstr>Files, Exceptions, and JSON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ONBOARDING Training  + Internship Program Overview</dc:title>
  <dc:subject/>
  <dc:creator>iTA</dc:creator>
  <cp:keywords/>
  <dc:description>generated using python-pptx</dc:description>
  <cp:lastModifiedBy>Microsoft account</cp:lastModifiedBy>
  <cp:revision>5</cp:revision>
  <dcterms:created xsi:type="dcterms:W3CDTF">2013-01-27T09:14:16Z</dcterms:created>
  <dcterms:modified xsi:type="dcterms:W3CDTF">2026-02-03T09:18:46Z</dcterms:modified>
  <cp:category/>
</cp:coreProperties>
</file>