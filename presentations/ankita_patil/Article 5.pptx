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000" dirty="0" err="1"/>
              <a:t>TechHarbor</a:t>
            </a:r>
            <a:r>
              <a:rPr lang="en-US" sz="2000" dirty="0"/>
              <a:t> Solutions Pvt.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 smtClean="0"/>
              <a:t> Python Article 5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</a:t>
            </a:r>
            <a:r>
              <a:rPr lang="en-US" dirty="0" smtClean="0"/>
              <a:t>  Classes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</a:t>
            </a:r>
            <a:r>
              <a:rPr lang="en-US" dirty="0" smtClean="0"/>
              <a:t>   - By </a:t>
            </a:r>
            <a:r>
              <a:rPr lang="en-US" dirty="0" err="1" smtClean="0"/>
              <a:t>Ankita</a:t>
            </a:r>
            <a:r>
              <a:rPr lang="en-US" dirty="0" smtClean="0"/>
              <a:t> </a:t>
            </a:r>
            <a:r>
              <a:rPr lang="en-US" dirty="0" err="1" smtClean="0"/>
              <a:t>Patil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 class is a blueprint for creating objects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>
                <a:solidFill>
                  <a:schemeClr val="bg1"/>
                </a:solidFill>
              </a:rPr>
              <a:t>object is an instance of a class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Python </a:t>
            </a:r>
            <a:r>
              <a:rPr lang="en-US" dirty="0">
                <a:solidFill>
                  <a:schemeClr val="bg1"/>
                </a:solidFill>
              </a:rPr>
              <a:t>supports Object-Oriented </a:t>
            </a:r>
            <a:r>
              <a:rPr lang="en-US" dirty="0" smtClean="0">
                <a:solidFill>
                  <a:schemeClr val="bg1"/>
                </a:solidFill>
              </a:rPr>
              <a:t>Programming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Example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Class </a:t>
            </a:r>
            <a:r>
              <a:rPr lang="en-US" dirty="0">
                <a:solidFill>
                  <a:schemeClr val="bg1"/>
                </a:solidFill>
              </a:rPr>
              <a:t>→ Dog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Object </a:t>
            </a:r>
            <a:r>
              <a:rPr lang="en-US" dirty="0">
                <a:solidFill>
                  <a:schemeClr val="bg1"/>
                </a:solidFill>
              </a:rPr>
              <a:t>→ Buddy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Creating a Class and Object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Definition:</a:t>
            </a:r>
          </a:p>
          <a:p>
            <a:r>
              <a:rPr lang="en-US" dirty="0">
                <a:solidFill>
                  <a:schemeClr val="bg1"/>
                </a:solidFill>
              </a:rPr>
              <a:t>class Dog: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def</a:t>
            </a:r>
            <a:r>
              <a:rPr lang="en-US" dirty="0">
                <a:solidFill>
                  <a:schemeClr val="bg1"/>
                </a:solidFill>
              </a:rPr>
              <a:t> __</a:t>
            </a:r>
            <a:r>
              <a:rPr lang="en-US" dirty="0" err="1">
                <a:solidFill>
                  <a:schemeClr val="bg1"/>
                </a:solidFill>
              </a:rPr>
              <a:t>init</a:t>
            </a:r>
            <a:r>
              <a:rPr lang="en-US" dirty="0">
                <a:solidFill>
                  <a:schemeClr val="bg1"/>
                </a:solidFill>
              </a:rPr>
              <a:t>__(self, name, age):</a:t>
            </a:r>
          </a:p>
          <a:p>
            <a:r>
              <a:rPr lang="en-US" dirty="0">
                <a:solidFill>
                  <a:schemeClr val="bg1"/>
                </a:solidFill>
              </a:rPr>
              <a:t>        self.name = name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self.age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smtClean="0">
                <a:solidFill>
                  <a:schemeClr val="bg1"/>
                </a:solidFill>
              </a:rPr>
              <a:t>age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Object Creation:</a:t>
            </a:r>
          </a:p>
          <a:p>
            <a:r>
              <a:rPr lang="en-US" dirty="0" err="1">
                <a:solidFill>
                  <a:schemeClr val="bg1"/>
                </a:solidFill>
              </a:rPr>
              <a:t>my_dog</a:t>
            </a:r>
            <a:r>
              <a:rPr lang="en-US" dirty="0">
                <a:solidFill>
                  <a:schemeClr val="bg1"/>
                </a:solidFill>
              </a:rPr>
              <a:t> = Dog('Buddy', 3)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Attributes and Methods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Attributes store data</a:t>
            </a:r>
          </a:p>
          <a:p>
            <a:r>
              <a:rPr lang="en-US" dirty="0">
                <a:solidFill>
                  <a:schemeClr val="bg1"/>
                </a:solidFill>
              </a:rPr>
              <a:t>Methods define behavior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Example Method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def</a:t>
            </a:r>
            <a:r>
              <a:rPr lang="en-US" dirty="0" smtClean="0">
                <a:solidFill>
                  <a:schemeClr val="bg1"/>
                </a:solidFill>
              </a:rPr>
              <a:t> sit(self):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print(self.name + ' is sitting')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Inheritance and Composition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 Inheritance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One class inherits </a:t>
            </a:r>
            <a:r>
              <a:rPr lang="en-US" dirty="0" smtClean="0">
                <a:solidFill>
                  <a:schemeClr val="bg1"/>
                </a:solidFill>
              </a:rPr>
              <a:t>another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Example:</a:t>
            </a:r>
          </a:p>
          <a:p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ElectricCar</a:t>
            </a:r>
            <a:r>
              <a:rPr lang="en-US" dirty="0">
                <a:solidFill>
                  <a:schemeClr val="bg1"/>
                </a:solidFill>
              </a:rPr>
              <a:t>(Car):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smtClean="0">
                <a:solidFill>
                  <a:schemeClr val="bg1"/>
                </a:solidFill>
              </a:rPr>
              <a:t>pass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- Composition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Has-a relationship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Classes are the foundation of OOP in Python. Proper use of constructors, methods, inheritance, and composition leads to clean and scalable code. </a:t>
            </a:r>
            <a:endParaRPr lang="en-US" sz="2400" dirty="0" smtClean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Classes </a:t>
            </a:r>
            <a:r>
              <a:rPr lang="en-US" sz="2400" dirty="0"/>
              <a:t>help model real-world entities</a:t>
            </a:r>
            <a:r>
              <a:rPr lang="en-US" sz="2400" dirty="0" smtClean="0"/>
              <a:t>.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Inheritance </a:t>
            </a:r>
            <a:r>
              <a:rPr lang="en-US" sz="2400" dirty="0"/>
              <a:t>promotes code reuse</a:t>
            </a:r>
            <a:r>
              <a:rPr lang="en-US" sz="2400" dirty="0" smtClean="0"/>
              <a:t>.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Composition </a:t>
            </a:r>
            <a:r>
              <a:rPr lang="en-US" sz="2400" dirty="0"/>
              <a:t>improves design flexibility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119</TotalTime>
  <Words>181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TechHarbor Solutions Pvt. Ltd.</vt:lpstr>
      <vt:lpstr>Introduction</vt:lpstr>
      <vt:lpstr>Creating a Class and Object</vt:lpstr>
      <vt:lpstr>Attributes and Methods</vt:lpstr>
      <vt:lpstr>Inheritance and Composition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TechHarbor Solutions Pvt. Ltd.</dc:title>
  <dc:subject/>
  <dc:creator>iTA</dc:creator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2026-02-02T15:17:51Z</dcterms:modified>
  <cp:category/>
</cp:coreProperties>
</file>