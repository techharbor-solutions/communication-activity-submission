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28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85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820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692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261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65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0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923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871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15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070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54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82" y="565529"/>
            <a:ext cx="6571343" cy="1049235"/>
          </a:xfrm>
        </p:spPr>
        <p:txBody>
          <a:bodyPr>
            <a:norm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000" dirty="0" err="1"/>
              <a:t>TechHarbor</a:t>
            </a:r>
            <a:r>
              <a:rPr lang="en-US" sz="2000" dirty="0"/>
              <a:t> Solutions Pvt. Ltd.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81" y="2649578"/>
            <a:ext cx="6571343" cy="3450613"/>
          </a:xfrm>
        </p:spPr>
        <p:txBody>
          <a:bodyPr/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 smtClean="0"/>
              <a:t>Python  Article 4 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/>
              <a:t> </a:t>
            </a:r>
            <a:r>
              <a:rPr lang="en-US" dirty="0" smtClean="0"/>
              <a:t>Functions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/>
              <a:t> </a:t>
            </a:r>
            <a:r>
              <a:rPr lang="en-US" dirty="0" smtClean="0"/>
              <a:t>   -  By </a:t>
            </a:r>
            <a:r>
              <a:rPr lang="en-US" dirty="0" err="1" smtClean="0"/>
              <a:t>Ankita</a:t>
            </a:r>
            <a:r>
              <a:rPr lang="en-US" dirty="0" smtClean="0"/>
              <a:t> </a:t>
            </a:r>
            <a:r>
              <a:rPr lang="en-US" dirty="0" err="1" smtClean="0"/>
              <a:t>Patil</a:t>
            </a:r>
            <a:endParaRPr dirty="0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645" y="0"/>
            <a:ext cx="43953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dirty="0" smtClean="0"/>
              <a:t> Introduction</a:t>
            </a:r>
            <a:r>
              <a:rPr lang="en-US" dirty="0" smtClean="0"/>
              <a:t> </a:t>
            </a:r>
            <a:r>
              <a:rPr lang="en-US" dirty="0" smtClean="0"/>
              <a:t>of Functions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 smtClean="0"/>
              <a:t> </a:t>
            </a:r>
            <a:r>
              <a:rPr lang="en-US" sz="2400" dirty="0"/>
              <a:t>Why </a:t>
            </a:r>
            <a:r>
              <a:rPr lang="en-US" sz="2400" dirty="0" smtClean="0"/>
              <a:t>Needs?</a:t>
            </a:r>
            <a:endParaRPr lang="en-US" sz="2400" dirty="0" smtClean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 smtClean="0"/>
              <a:t> </a:t>
            </a:r>
            <a:r>
              <a:rPr lang="en-US" sz="2400" dirty="0" smtClean="0"/>
              <a:t>T</a:t>
            </a:r>
            <a:r>
              <a:rPr lang="en-US" sz="2400" dirty="0" smtClean="0"/>
              <a:t>ypes of functions</a:t>
            </a:r>
            <a:endParaRPr lang="en-US" sz="2400" dirty="0" smtClean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 smtClean="0"/>
              <a:t> </a:t>
            </a:r>
            <a:r>
              <a:rPr lang="en-US" sz="2400" dirty="0" smtClean="0"/>
              <a:t>Advantages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400" dirty="0" smtClean="0"/>
              <a:t>Applications</a:t>
            </a:r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400" dirty="0" smtClean="0"/>
              <a:t>Conclusion </a:t>
            </a:r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endParaRPr dirty="0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4864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4000" b="1" dirty="0" smtClean="0"/>
              <a:t>Introduction 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Problem ➜ Repeated Code</a:t>
            </a:r>
          </a:p>
          <a:p>
            <a:r>
              <a:rPr lang="en-US" dirty="0">
                <a:solidFill>
                  <a:schemeClr val="bg1"/>
                </a:solidFill>
              </a:rPr>
              <a:t>↓</a:t>
            </a:r>
          </a:p>
          <a:p>
            <a:r>
              <a:rPr lang="en-US" dirty="0">
                <a:solidFill>
                  <a:schemeClr val="bg1"/>
                </a:solidFill>
              </a:rPr>
              <a:t>Solution ➜ Functions</a:t>
            </a:r>
          </a:p>
          <a:p>
            <a:r>
              <a:rPr lang="en-US" dirty="0">
                <a:solidFill>
                  <a:schemeClr val="bg1"/>
                </a:solidFill>
              </a:rPr>
              <a:t>↓</a:t>
            </a:r>
          </a:p>
          <a:p>
            <a:r>
              <a:rPr lang="en-US" dirty="0">
                <a:solidFill>
                  <a:schemeClr val="bg1"/>
                </a:solidFill>
              </a:rPr>
              <a:t>Benefits ➜ Reusability, Readability, Maintenance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endParaRPr dirty="0" smtClean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43934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Types of Functions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411480" y="166908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AutoShape 8" descr="Gener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Built-in 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User-defined </a:t>
            </a:r>
            <a:r>
              <a:rPr lang="en-US" dirty="0">
                <a:solidFill>
                  <a:schemeClr val="bg1"/>
                </a:solidFill>
              </a:rPr>
              <a:t>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Lambda </a:t>
            </a:r>
            <a:r>
              <a:rPr lang="en-US" dirty="0">
                <a:solidFill>
                  <a:schemeClr val="bg1"/>
                </a:solidFill>
              </a:rPr>
              <a:t>functions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 smtClean="0"/>
              <a:t>Advantages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Code reusability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Clean </a:t>
            </a:r>
            <a:r>
              <a:rPr lang="en-US" dirty="0">
                <a:solidFill>
                  <a:schemeClr val="bg1"/>
                </a:solidFill>
              </a:rPr>
              <a:t>structure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Faster </a:t>
            </a:r>
            <a:r>
              <a:rPr lang="en-US" dirty="0">
                <a:solidFill>
                  <a:schemeClr val="bg1"/>
                </a:solidFill>
              </a:rPr>
              <a:t>development</a:t>
            </a: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 smtClean="0"/>
              <a:t>Applications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Data processing and analysis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Web development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Automation scripts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Machine learning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Game development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 smtClean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400" dirty="0" smtClean="0"/>
              <a:t>Functions </a:t>
            </a:r>
            <a:r>
              <a:rPr lang="en-US" sz="2400" dirty="0"/>
              <a:t>form the foundation of Python programming. They help programmers write clean, reusable, and well-structured code. A strong understanding of functions is essential for academic learning as well as real-world Python development</a:t>
            </a:r>
            <a:endParaRPr dirty="0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TechHarbor_Theme_With_Logo (2)</Template>
  <TotalTime>169</TotalTime>
  <Words>120</Words>
  <Application>Microsoft Office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TechHarbor Solutions Pvt. Ltd.</vt:lpstr>
      <vt:lpstr>Agenda</vt:lpstr>
      <vt:lpstr>Introduction </vt:lpstr>
      <vt:lpstr>Types of Functions</vt:lpstr>
      <vt:lpstr>Advantages</vt:lpstr>
      <vt:lpstr>Applications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ONBOARDING Training  Internship Program Overview</dc:title>
  <dc:subject/>
  <dc:creator>iTA</dc:creator>
  <cp:keywords/>
  <dc:description>generated using python-pptx</dc:description>
  <cp:lastModifiedBy>Microsoft account</cp:lastModifiedBy>
  <cp:revision>19</cp:revision>
  <dcterms:created xsi:type="dcterms:W3CDTF">2013-01-27T09:14:16Z</dcterms:created>
  <dcterms:modified xsi:type="dcterms:W3CDTF">2026-01-27T11:22:30Z</dcterms:modified>
  <cp:category/>
</cp:coreProperties>
</file>