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000" dirty="0" err="1"/>
              <a:t>TechHarbor</a:t>
            </a:r>
            <a:r>
              <a:rPr lang="en-US" sz="2000" dirty="0"/>
              <a:t> Solutions Pvt. Ltd.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 smtClean="0"/>
              <a:t>Python Article 3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Dictionaries, User Input, </a:t>
            </a:r>
            <a:r>
              <a:rPr lang="en-US" sz="2400" dirty="0" smtClean="0"/>
              <a:t>and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 </a:t>
            </a:r>
            <a:r>
              <a:rPr lang="en-US" sz="2400" dirty="0"/>
              <a:t>While Loops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 smtClean="0"/>
              <a:t>     - By </a:t>
            </a:r>
            <a:r>
              <a:rPr lang="en-US" dirty="0" err="1" smtClean="0"/>
              <a:t>Ankita</a:t>
            </a:r>
            <a:r>
              <a:rPr lang="en-US" dirty="0" smtClean="0"/>
              <a:t> </a:t>
            </a:r>
            <a:r>
              <a:rPr lang="en-US" dirty="0" err="1" smtClean="0"/>
              <a:t>Patil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Dictionaries organize related information efficiently.</a:t>
            </a:r>
          </a:p>
          <a:p>
            <a:r>
              <a:rPr lang="en-US" dirty="0">
                <a:solidFill>
                  <a:schemeClr val="bg1"/>
                </a:solidFill>
              </a:rPr>
              <a:t>User Input makes programs interactive.</a:t>
            </a:r>
          </a:p>
          <a:p>
            <a:r>
              <a:rPr lang="en-US" dirty="0">
                <a:solidFill>
                  <a:schemeClr val="bg1"/>
                </a:solidFill>
              </a:rPr>
              <a:t>While Loops repeat execution until a condition is met.</a:t>
            </a:r>
          </a:p>
          <a:p>
            <a:r>
              <a:rPr lang="en-US" dirty="0">
                <a:solidFill>
                  <a:schemeClr val="bg1"/>
                </a:solidFill>
              </a:rPr>
              <a:t>These concepts form the foundation of interactive Python programs.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Dictionaries in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student = </a:t>
            </a:r>
            <a:r>
              <a:rPr lang="en-US" dirty="0" smtClean="0">
                <a:solidFill>
                  <a:schemeClr val="bg1"/>
                </a:solidFill>
              </a:rPr>
              <a:t>{                                  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'name': '</a:t>
            </a:r>
            <a:r>
              <a:rPr lang="en-US" dirty="0" err="1">
                <a:solidFill>
                  <a:schemeClr val="bg1"/>
                </a:solidFill>
              </a:rPr>
              <a:t>Ankita</a:t>
            </a:r>
            <a:r>
              <a:rPr lang="en-US" dirty="0">
                <a:solidFill>
                  <a:schemeClr val="bg1"/>
                </a:solidFill>
              </a:rPr>
              <a:t>',</a:t>
            </a:r>
          </a:p>
          <a:p>
            <a:r>
              <a:rPr lang="en-US" dirty="0">
                <a:solidFill>
                  <a:schemeClr val="bg1"/>
                </a:solidFill>
              </a:rPr>
              <a:t>  'age': 20</a:t>
            </a:r>
            <a:r>
              <a:rPr lang="en-US" dirty="0" smtClean="0">
                <a:solidFill>
                  <a:schemeClr val="bg1"/>
                </a:solidFill>
              </a:rPr>
              <a:t>,                                           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'city': 'Pune'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}                                                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342" y="2015733"/>
            <a:ext cx="1883827" cy="6523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05855" y="2762888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 →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705855" y="3564946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city → Pune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User Input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input() gets data from the user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Example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name = input('Enter name')</a:t>
            </a:r>
          </a:p>
          <a:p>
            <a:r>
              <a:rPr lang="en-US" dirty="0">
                <a:solidFill>
                  <a:schemeClr val="bg1"/>
                </a:solidFill>
              </a:rPr>
              <a:t>age =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(input('Enter age'))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  Used </a:t>
            </a:r>
            <a:r>
              <a:rPr lang="en-US" dirty="0">
                <a:solidFill>
                  <a:schemeClr val="bg1"/>
                </a:solidFill>
              </a:rPr>
              <a:t>for decision making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While Loop – 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>
              <a:defRPr sz="240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0" y="2051034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850137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Condition True?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678409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Execute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506681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Update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334953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Common Beginner Mistakes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Forgetting type conversion for input.</a:t>
            </a:r>
          </a:p>
          <a:p>
            <a:r>
              <a:rPr lang="en-US" dirty="0">
                <a:solidFill>
                  <a:schemeClr val="bg1"/>
                </a:solidFill>
              </a:rPr>
              <a:t>Creating infinite loops.</a:t>
            </a:r>
          </a:p>
          <a:p>
            <a:r>
              <a:rPr lang="en-US" dirty="0">
                <a:solidFill>
                  <a:schemeClr val="bg1"/>
                </a:solidFill>
              </a:rPr>
              <a:t>Using wrong dictionary keys.</a:t>
            </a:r>
          </a:p>
          <a:p>
            <a:r>
              <a:rPr lang="en-US" dirty="0">
                <a:solidFill>
                  <a:schemeClr val="bg1"/>
                </a:solidFill>
              </a:rPr>
              <a:t>Incorrect indentation.</a:t>
            </a:r>
          </a:p>
          <a:p>
            <a:r>
              <a:rPr lang="en-US" dirty="0">
                <a:solidFill>
                  <a:schemeClr val="bg1"/>
                </a:solidFill>
              </a:rPr>
              <a:t>Not handling input variations.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5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Dictionaries organize structured data.</a:t>
            </a:r>
          </a:p>
          <a:p>
            <a:r>
              <a:rPr lang="en-US" dirty="0">
                <a:solidFill>
                  <a:schemeClr val="bg1"/>
                </a:solidFill>
              </a:rPr>
              <a:t>User Input enables interaction.</a:t>
            </a:r>
          </a:p>
          <a:p>
            <a:r>
              <a:rPr lang="en-US" dirty="0">
                <a:solidFill>
                  <a:schemeClr val="bg1"/>
                </a:solidFill>
              </a:rPr>
              <a:t>While Loops handle repeated tasks.</a:t>
            </a:r>
          </a:p>
          <a:p>
            <a:r>
              <a:rPr lang="en-US" dirty="0">
                <a:solidFill>
                  <a:schemeClr val="bg1"/>
                </a:solidFill>
              </a:rPr>
              <a:t>These concepts prepare learners for advanced Python topics.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</TotalTime>
  <Words>179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TechHarbor Solutions Pvt. Ltd.</vt:lpstr>
      <vt:lpstr> Introduction</vt:lpstr>
      <vt:lpstr>Dictionaries in Python</vt:lpstr>
      <vt:lpstr>User Input</vt:lpstr>
      <vt:lpstr>While Loop – Flow</vt:lpstr>
      <vt:lpstr>Common Beginner Mistakes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Internship Program Overview</dc:title>
  <dc:subject/>
  <dc:creator>iTA</dc:creator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2026-01-21T12:19:42Z</dcterms:modified>
  <cp:category/>
</cp:coreProperties>
</file>