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1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95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04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61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5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4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91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88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0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19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90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0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82" y="565529"/>
            <a:ext cx="6571343" cy="1049235"/>
          </a:xfrm>
        </p:spPr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2800" dirty="0"/>
              <a:t>INTERNSHIP ONBOARDING</a:t>
            </a:r>
          </a:p>
          <a:p>
            <a:r>
              <a:rPr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Training </a:t>
            </a:r>
            <a:r>
              <a:rPr lang="en-US"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/>
            </a:r>
            <a:br>
              <a:rPr lang="en-US"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sz="22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Internship </a:t>
            </a:r>
            <a:r>
              <a:rPr sz="2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Program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81" y="2649578"/>
            <a:ext cx="6571343" cy="3450613"/>
          </a:xfrm>
        </p:spPr>
        <p:txBody>
          <a:bodyPr/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dirty="0" err="1"/>
              <a:t>TechHarbor</a:t>
            </a:r>
            <a:r>
              <a:rPr dirty="0"/>
              <a:t> Solutions Pvt. Ltd.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645" y="0"/>
            <a:ext cx="43953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What is </a:t>
            </a:r>
            <a:r>
              <a:rPr lang="en-US" dirty="0" err="1"/>
              <a:t>dbt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dbt</a:t>
            </a:r>
            <a:r>
              <a:rPr lang="en-US" dirty="0">
                <a:solidFill>
                  <a:schemeClr val="bg1"/>
                </a:solidFill>
              </a:rPr>
              <a:t> (data build tool) is an open-source analytics engineering tool</a:t>
            </a:r>
          </a:p>
          <a:p>
            <a:r>
              <a:rPr lang="en-US" dirty="0">
                <a:solidFill>
                  <a:schemeClr val="bg1"/>
                </a:solidFill>
              </a:rPr>
              <a:t>Used to transform data inside data warehouses</a:t>
            </a:r>
          </a:p>
          <a:p>
            <a:r>
              <a:rPr lang="en-US" dirty="0">
                <a:solidFill>
                  <a:schemeClr val="bg1"/>
                </a:solidFill>
              </a:rPr>
              <a:t>Focuses on SQL-based data transformations</a:t>
            </a:r>
          </a:p>
          <a:p>
            <a:r>
              <a:rPr lang="en-US" dirty="0">
                <a:solidFill>
                  <a:schemeClr val="bg1"/>
                </a:solidFill>
              </a:rPr>
              <a:t>Enables analytics engineers to build reliable models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Why Use </a:t>
            </a:r>
            <a:r>
              <a:rPr lang="en-US" dirty="0" err="1"/>
              <a:t>dbt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Simplifies data transformation workflows</a:t>
            </a:r>
          </a:p>
          <a:p>
            <a:r>
              <a:rPr lang="en-US" dirty="0">
                <a:solidFill>
                  <a:schemeClr val="bg1"/>
                </a:solidFill>
              </a:rPr>
              <a:t>Improves data quality with built-in testing</a:t>
            </a:r>
          </a:p>
          <a:p>
            <a:r>
              <a:rPr lang="en-US" dirty="0">
                <a:solidFill>
                  <a:schemeClr val="bg1"/>
                </a:solidFill>
              </a:rPr>
              <a:t>Encourages version control and collaboration</a:t>
            </a:r>
          </a:p>
          <a:p>
            <a:r>
              <a:rPr lang="en-US" dirty="0">
                <a:solidFill>
                  <a:schemeClr val="bg1"/>
                </a:solidFill>
              </a:rPr>
              <a:t>Speeds up analytics development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057" y="690151"/>
            <a:ext cx="6571343" cy="1049235"/>
          </a:xfrm>
        </p:spPr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Core Concepts of </a:t>
            </a:r>
            <a:r>
              <a:rPr lang="en-US" dirty="0" err="1"/>
              <a:t>dbt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Models: SQL files that define transformations</a:t>
            </a:r>
          </a:p>
          <a:p>
            <a:r>
              <a:rPr lang="en-US" dirty="0">
                <a:solidFill>
                  <a:schemeClr val="bg1"/>
                </a:solidFill>
              </a:rPr>
              <a:t>Sources: Raw data tables</a:t>
            </a:r>
          </a:p>
          <a:p>
            <a:r>
              <a:rPr lang="en-US" dirty="0">
                <a:solidFill>
                  <a:schemeClr val="bg1"/>
                </a:solidFill>
              </a:rPr>
              <a:t>Tests: Validate data quality</a:t>
            </a:r>
          </a:p>
          <a:p>
            <a:r>
              <a:rPr lang="en-US" dirty="0">
                <a:solidFill>
                  <a:schemeClr val="bg1"/>
                </a:solidFill>
              </a:rPr>
              <a:t>Documentation: Auto-generated project docs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How </a:t>
            </a:r>
            <a:r>
              <a:rPr lang="en-US" dirty="0" err="1"/>
              <a:t>dbt</a:t>
            </a:r>
            <a:r>
              <a:rPr lang="en-US" dirty="0"/>
              <a:t> Works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Connects to cloud data warehouses</a:t>
            </a:r>
          </a:p>
          <a:p>
            <a:r>
              <a:rPr lang="en-US" dirty="0">
                <a:solidFill>
                  <a:schemeClr val="bg1"/>
                </a:solidFill>
              </a:rPr>
              <a:t>Transforms raw data into analytics-ready tables</a:t>
            </a:r>
          </a:p>
          <a:p>
            <a:r>
              <a:rPr lang="en-US" dirty="0">
                <a:solidFill>
                  <a:schemeClr val="bg1"/>
                </a:solidFill>
              </a:rPr>
              <a:t>Runs models using dependency graphs</a:t>
            </a:r>
          </a:p>
          <a:p>
            <a:r>
              <a:rPr lang="en-US" dirty="0">
                <a:solidFill>
                  <a:schemeClr val="bg1"/>
                </a:solidFill>
              </a:rPr>
              <a:t>Applies tests and generates documentation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Benefits &amp; Use Cases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Trusted and well-documented data models</a:t>
            </a:r>
          </a:p>
          <a:p>
            <a:r>
              <a:rPr lang="en-US" dirty="0">
                <a:solidFill>
                  <a:schemeClr val="bg1"/>
                </a:solidFill>
              </a:rPr>
              <a:t>Scalable analytics pipelines</a:t>
            </a:r>
          </a:p>
          <a:p>
            <a:r>
              <a:rPr lang="en-US" dirty="0">
                <a:solidFill>
                  <a:schemeClr val="bg1"/>
                </a:solidFill>
              </a:rPr>
              <a:t>Used with Snowflake, </a:t>
            </a:r>
            <a:r>
              <a:rPr lang="en-US" dirty="0" err="1">
                <a:solidFill>
                  <a:schemeClr val="bg1"/>
                </a:solidFill>
              </a:rPr>
              <a:t>BigQuery</a:t>
            </a:r>
            <a:r>
              <a:rPr lang="en-US" dirty="0">
                <a:solidFill>
                  <a:schemeClr val="bg1"/>
                </a:solidFill>
              </a:rPr>
              <a:t>, Redshift</a:t>
            </a:r>
          </a:p>
          <a:p>
            <a:r>
              <a:rPr lang="en-US" dirty="0">
                <a:solidFill>
                  <a:schemeClr val="bg1"/>
                </a:solidFill>
              </a:rPr>
              <a:t>Ideal for modern data teams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475" y="2551024"/>
            <a:ext cx="6571343" cy="1435760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 smtClean="0"/>
              <a:t>      </a:t>
            </a:r>
            <a:r>
              <a:rPr lang="en-US" sz="5400" dirty="0" smtClean="0"/>
              <a:t>Thank    You</a:t>
            </a:r>
            <a:endParaRPr sz="5400"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</TotalTime>
  <Words>140</Words>
  <Application>Microsoft Office PowerPoint</Application>
  <PresentationFormat>On-screen Show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INTERNSHIP ONBOARDING Training  Internship Program Overview</vt:lpstr>
      <vt:lpstr> What is dbt?</vt:lpstr>
      <vt:lpstr>Why Use dbt?</vt:lpstr>
      <vt:lpstr>Core Concepts of dbt</vt:lpstr>
      <vt:lpstr>How dbt Works</vt:lpstr>
      <vt:lpstr>Benefits &amp; Use Cases</vt:lpstr>
      <vt:lpstr>      Thank    You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ONBOARDING Training  Internship Program Overview</dc:title>
  <dc:subject/>
  <dc:creator>iTA</dc:creator>
  <cp:keywords/>
  <dc:description>generated using python-pptx</dc:description>
  <cp:lastModifiedBy>Microsoft account</cp:lastModifiedBy>
  <cp:revision>5</cp:revision>
  <dcterms:created xsi:type="dcterms:W3CDTF">2013-01-27T09:14:16Z</dcterms:created>
  <dcterms:modified xsi:type="dcterms:W3CDTF">2026-01-08T06:38:42Z</dcterms:modified>
  <cp:category/>
</cp:coreProperties>
</file>