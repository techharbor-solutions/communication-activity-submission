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0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1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2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0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7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96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8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1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4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82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945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0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96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4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7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2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6D909-6529-48D9-9E56-4EAB0BD80DDD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D4E06-E092-4A93-A0C3-4512CF1A71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422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30192" y="261826"/>
            <a:ext cx="9144000" cy="843675"/>
          </a:xfrm>
        </p:spPr>
        <p:txBody>
          <a:bodyPr>
            <a:normAutofit/>
          </a:bodyPr>
          <a:lstStyle/>
          <a:p>
            <a:r>
              <a:rPr lang="en-US" sz="2400" b="1" dirty="0"/>
              <a:t>Implementation and Components in Data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550" y="2228093"/>
            <a:ext cx="5349668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b="1" dirty="0" smtClean="0"/>
              <a:t>Overview , Architecture &amp; Benefit</a:t>
            </a:r>
          </a:p>
          <a:p>
            <a:endParaRPr lang="en-US" b="1" dirty="0" smtClean="0"/>
          </a:p>
          <a:p>
            <a:pPr algn="l"/>
            <a:r>
              <a:rPr lang="en-US" dirty="0" smtClean="0"/>
              <a:t>Name: Shubham Umesh Chavan</a:t>
            </a:r>
          </a:p>
          <a:p>
            <a:pPr algn="l"/>
            <a:r>
              <a:rPr lang="en-US" dirty="0" smtClean="0"/>
              <a:t> Topic:   Datawarehouse Components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66" y="0"/>
            <a:ext cx="318543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2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u="sng" dirty="0" smtClean="0"/>
              <a:t>Agenda</a:t>
            </a:r>
            <a:endParaRPr lang="en-US" sz="4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sz="2400" b="1" dirty="0" smtClean="0"/>
              <a:t>Core Components of a Data Warehouse</a:t>
            </a:r>
            <a:endParaRPr lang="en-US" sz="2400" b="1" dirty="0" smtClean="0"/>
          </a:p>
          <a:p>
            <a:pPr fontAlgn="base"/>
            <a:r>
              <a:rPr lang="en-US" sz="2400" b="1" dirty="0" smtClean="0"/>
              <a:t>Operational </a:t>
            </a:r>
            <a:r>
              <a:rPr lang="en-US" sz="2400" b="1" dirty="0"/>
              <a:t>Source </a:t>
            </a:r>
            <a:r>
              <a:rPr lang="en-US" sz="2400" b="1" dirty="0" smtClean="0"/>
              <a:t>Systems</a:t>
            </a:r>
          </a:p>
          <a:p>
            <a:pPr fontAlgn="base"/>
            <a:r>
              <a:rPr lang="en-US" sz="2400" b="1" dirty="0"/>
              <a:t> Load Manager</a:t>
            </a:r>
          </a:p>
          <a:p>
            <a:pPr fontAlgn="base"/>
            <a:r>
              <a:rPr lang="en-US" sz="2400" b="1" dirty="0"/>
              <a:t> Warehouse Manager</a:t>
            </a:r>
          </a:p>
          <a:p>
            <a:pPr fontAlgn="base"/>
            <a:r>
              <a:rPr lang="en-US" sz="2400" b="1" dirty="0"/>
              <a:t>Query Manager</a:t>
            </a:r>
          </a:p>
          <a:p>
            <a:pPr fontAlgn="base"/>
            <a:r>
              <a:rPr lang="en-US" sz="2400" b="1" dirty="0"/>
              <a:t>Detailed </a:t>
            </a:r>
            <a:r>
              <a:rPr lang="en-US" sz="2400" b="1" dirty="0" smtClean="0"/>
              <a:t>Data</a:t>
            </a:r>
            <a:endParaRPr lang="en-US" sz="2400" b="1" dirty="0"/>
          </a:p>
          <a:p>
            <a:pPr fontAlgn="base"/>
            <a:r>
              <a:rPr lang="en-US" sz="2400" b="1" dirty="0"/>
              <a:t>Archive and Backup Data</a:t>
            </a:r>
          </a:p>
          <a:p>
            <a:pPr fontAlgn="base"/>
            <a:r>
              <a:rPr lang="en-US" sz="2400" b="1" dirty="0"/>
              <a:t>Metadata</a:t>
            </a:r>
          </a:p>
          <a:p>
            <a:pPr fontAlgn="base"/>
            <a:endParaRPr lang="en-US" sz="24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362" y="0"/>
            <a:ext cx="3185436" cy="26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628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33749" y="507051"/>
            <a:ext cx="10353761" cy="1326321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 Components of a Data Warehouse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19" y="1911083"/>
            <a:ext cx="8195417" cy="476318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362" y="0"/>
            <a:ext cx="3185436" cy="26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2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740"/>
            <a:ext cx="10515600" cy="585222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Operational Source Systems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Serve as the primary input for the data warehouse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Load Manager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Prepares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for entry into the warehouse,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ensuring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meets the required format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ensures that data is loaded accurately, efficiently, and securely.</a:t>
            </a:r>
          </a:p>
          <a:p>
            <a:pPr marL="0" indent="0">
              <a:buNone/>
            </a:pP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 Warehouse Manager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focuses on data storage, consistency, performance, and maintenance</a:t>
            </a:r>
          </a:p>
          <a:p>
            <a:pPr marL="0" indent="0">
              <a:buNone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Query Manager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It acts as a bridge between users and the warehouse data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362" y="0"/>
            <a:ext cx="3185436" cy="26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8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2011"/>
            <a:ext cx="10515600" cy="589495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en-US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Detailed 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is collected directly from operational source systems </a:t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before heavy aggregation.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Archive and Backup 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reduce storage cost and improve performance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describes the structure, meaning, origin, and usage of data stored 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 a data warehouse.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362" y="0"/>
            <a:ext cx="3185436" cy="26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54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064" y="2095500"/>
            <a:ext cx="6578346" cy="3695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9038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179</TotalTime>
  <Words>89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Bookman Old Style</vt:lpstr>
      <vt:lpstr>Courier New</vt:lpstr>
      <vt:lpstr>Rockwell</vt:lpstr>
      <vt:lpstr>Wingdings</vt:lpstr>
      <vt:lpstr>Damask</vt:lpstr>
      <vt:lpstr>Implementation and Components in Data Warehouse</vt:lpstr>
      <vt:lpstr>Agenda</vt:lpstr>
      <vt:lpstr>Core Components of a Data Warehouse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2026-02-03T11:31:13Z</dcterms:created>
  <dcterms:modified xsi:type="dcterms:W3CDTF">2026-02-03T14:30:26Z</dcterms:modified>
</cp:coreProperties>
</file>