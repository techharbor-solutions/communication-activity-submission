
<file path=[Content_Types].xml><?xml version="1.0" encoding="utf-8"?>
<Types xmlns="http://schemas.openxmlformats.org/package/2006/content-types">
  <Default Extension="png" ContentType="image/png"/>
  <Default Extension="jfif" ContentType="image/jpe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F6A10A4-DB7C-4197-9AFC-81F011FEC9A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299F1B20-AF5C-4C36-92A2-8CBECB97B66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5867400" cy="1470025"/>
          </a:xfrm>
        </p:spPr>
        <p:txBody>
          <a:bodyPr>
            <a:normAutofit/>
          </a:bodyPr>
          <a:lstStyle/>
          <a:p>
            <a:r>
              <a:rPr lang="en-US" sz="2400" dirty="0"/>
              <a:t>Cost Optimization and FinOps in Cloud Data Platforms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38400"/>
            <a:ext cx="7117180" cy="861420"/>
          </a:xfrm>
        </p:spPr>
        <p:txBody>
          <a:bodyPr>
            <a:noAutofit/>
          </a:bodyPr>
          <a:lstStyle/>
          <a:p>
            <a:r>
              <a:rPr lang="en-US" b="1" dirty="0" smtClean="0"/>
              <a:t>1)Introduction Of </a:t>
            </a:r>
            <a:r>
              <a:rPr lang="en-US" b="1" dirty="0"/>
              <a:t>Cost Optimization and FinOps in Cloud Data </a:t>
            </a:r>
            <a:r>
              <a:rPr lang="en-US" b="1" dirty="0" smtClean="0"/>
              <a:t>Platforms</a:t>
            </a:r>
          </a:p>
          <a:p>
            <a:r>
              <a:rPr lang="en-US" b="1" dirty="0" smtClean="0"/>
              <a:t>2)Key </a:t>
            </a:r>
            <a:r>
              <a:rPr lang="en-US" b="1" dirty="0"/>
              <a:t>Problem Statements</a:t>
            </a:r>
            <a:endParaRPr lang="en-US" dirty="0" smtClean="0"/>
          </a:p>
          <a:p>
            <a:r>
              <a:rPr lang="en-US" dirty="0" smtClean="0"/>
              <a:t>3)</a:t>
            </a:r>
            <a:r>
              <a:rPr lang="en-US" b="1" dirty="0"/>
              <a:t> What Are Cost Optimization &amp; FinOps</a:t>
            </a:r>
            <a:r>
              <a:rPr lang="en-US" b="1" dirty="0" smtClean="0"/>
              <a:t>?</a:t>
            </a:r>
          </a:p>
          <a:p>
            <a:r>
              <a:rPr lang="en-US" b="1" dirty="0" smtClean="0"/>
              <a:t>4)</a:t>
            </a:r>
            <a:r>
              <a:rPr lang="en-US" b="1" dirty="0"/>
              <a:t> Solution </a:t>
            </a:r>
            <a:r>
              <a:rPr lang="en-US" b="1" dirty="0" smtClean="0"/>
              <a:t>Overview</a:t>
            </a:r>
          </a:p>
          <a:p>
            <a:r>
              <a:rPr lang="en-US" b="1" dirty="0" smtClean="0"/>
              <a:t>5)</a:t>
            </a:r>
            <a:r>
              <a:rPr lang="en-US" b="1" dirty="0"/>
              <a:t> Conclusion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0"/>
            <a:ext cx="2423436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74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5867400" cy="1470025"/>
          </a:xfrm>
        </p:spPr>
        <p:txBody>
          <a:bodyPr/>
          <a:lstStyle/>
          <a:p>
            <a:r>
              <a:rPr lang="en-US" sz="2800" dirty="0" smtClean="0"/>
              <a:t>Introduction to Cost </a:t>
            </a:r>
            <a:r>
              <a:rPr lang="en-US" sz="2800" dirty="0"/>
              <a:t>Optimization </a:t>
            </a:r>
            <a:r>
              <a:rPr lang="en-US" sz="2800" dirty="0" smtClean="0"/>
              <a:t>in </a:t>
            </a:r>
            <a:r>
              <a:rPr lang="en-US" sz="2800" dirty="0"/>
              <a:t>Cloud Data Platforms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590800"/>
            <a:ext cx="7117180" cy="861420"/>
          </a:xfrm>
        </p:spPr>
        <p:txBody>
          <a:bodyPr>
            <a:noAutofit/>
          </a:bodyPr>
          <a:lstStyle/>
          <a:p>
            <a:r>
              <a:rPr lang="en-US" dirty="0"/>
              <a:t>Cloud data platforms enable organizations to store, process, and analyze massive volumes of data with high scalability and flexibility. However, this convenience often leads to </a:t>
            </a:r>
            <a:r>
              <a:rPr lang="en-US" b="1" dirty="0"/>
              <a:t>rising and unpredictable costs</a:t>
            </a:r>
            <a:r>
              <a:rPr lang="en-US" dirty="0"/>
              <a:t> due to over-provisioned resources, inefficient data processing, uncontrolled storage growth, and lack of cost visibility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0"/>
            <a:ext cx="21948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55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5867400" cy="1470025"/>
          </a:xfrm>
        </p:spPr>
        <p:txBody>
          <a:bodyPr/>
          <a:lstStyle/>
          <a:p>
            <a:r>
              <a:rPr lang="en-US" sz="2800" b="1" dirty="0"/>
              <a:t>Key Problem Statements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7117180" cy="861420"/>
          </a:xfrm>
        </p:spPr>
        <p:txBody>
          <a:bodyPr>
            <a:no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b="1" dirty="0" smtClean="0"/>
              <a:t>Uncontrolled </a:t>
            </a:r>
            <a:r>
              <a:rPr lang="en-US" b="1" dirty="0"/>
              <a:t>spending</a:t>
            </a:r>
            <a:r>
              <a:rPr lang="en-US" dirty="0"/>
              <a:t> due to unmanaged queries and scaling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b="1" dirty="0"/>
              <a:t>Idle compute resources</a:t>
            </a:r>
            <a:r>
              <a:rPr lang="en-US" dirty="0"/>
              <a:t> running continuously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b="1" dirty="0"/>
              <a:t>Inefficient storage</a:t>
            </a:r>
            <a:r>
              <a:rPr lang="en-US" dirty="0"/>
              <a:t> in costly tiers without lifecycle policies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b="1" dirty="0"/>
              <a:t>Lack of cost visibility and ownership</a:t>
            </a:r>
            <a:r>
              <a:rPr lang="en-US" dirty="0"/>
              <a:t> among teams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b="1" dirty="0"/>
              <a:t>Poor query and pipeline efficiency</a:t>
            </a:r>
            <a:r>
              <a:rPr lang="en-US" dirty="0"/>
              <a:t> causing high compute usage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b="1" dirty="0"/>
              <a:t>Absence of FinOps governance</a:t>
            </a:r>
            <a:r>
              <a:rPr lang="en-US" dirty="0"/>
              <a:t> (tagging, budgets, reviews)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0"/>
            <a:ext cx="21948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0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5867400" cy="1470025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What Are Cost Optimization &amp; FinOps?</a:t>
            </a:r>
            <a:br>
              <a:rPr lang="en-US" sz="2800" b="1" dirty="0"/>
            </a:br>
            <a:r>
              <a:rPr lang="en-US" sz="2800" b="1" dirty="0"/>
              <a:t/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143000"/>
            <a:ext cx="7117180" cy="861420"/>
          </a:xfrm>
        </p:spPr>
        <p:txBody>
          <a:bodyPr>
            <a:noAutofit/>
          </a:bodyPr>
          <a:lstStyle/>
          <a:p>
            <a:r>
              <a:rPr lang="en-US" b="1" dirty="0" smtClean="0"/>
              <a:t>1)Cost </a:t>
            </a:r>
            <a:r>
              <a:rPr lang="en-US" b="1" dirty="0"/>
              <a:t>Optimization: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Cost Optimization is the process of </a:t>
            </a:r>
            <a:r>
              <a:rPr lang="en-US" b="1" dirty="0"/>
              <a:t>reducing cloud and IT infrastructure expenses</a:t>
            </a:r>
            <a:r>
              <a:rPr lang="en-US" dirty="0"/>
              <a:t> while maintaining or improving the performance, reliability, and scalability of applications and services. It’s about </a:t>
            </a:r>
            <a:r>
              <a:rPr lang="en-US" b="1" dirty="0"/>
              <a:t>maximizing business value</a:t>
            </a:r>
            <a:r>
              <a:rPr lang="en-US" dirty="0"/>
              <a:t> from technology investments by eliminating waste, improving resource utilization, and strategically managing costs. Technical methods to reduce cloud spend</a:t>
            </a:r>
          </a:p>
          <a:p>
            <a:r>
              <a:rPr lang="en-US" b="1" dirty="0" smtClean="0"/>
              <a:t>2)FinOps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 smtClean="0"/>
              <a:t>FinOps</a:t>
            </a:r>
            <a:r>
              <a:rPr lang="en-US" dirty="0" smtClean="0"/>
              <a:t> </a:t>
            </a:r>
            <a:r>
              <a:rPr lang="en-US" dirty="0"/>
              <a:t>(Financial Operations) is a practice that brings together technology, finance, and business teams to collaborate on cloud financial management. It aims to create </a:t>
            </a:r>
            <a:r>
              <a:rPr lang="en-US" b="1" dirty="0"/>
              <a:t>shared responsibility</a:t>
            </a:r>
            <a:r>
              <a:rPr lang="en-US" dirty="0"/>
              <a:t> for cloud spending, enabling organizations to optimize costs without sacrificing speed or innovation.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0"/>
            <a:ext cx="21948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3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5867400" cy="1470025"/>
          </a:xfrm>
        </p:spPr>
        <p:txBody>
          <a:bodyPr/>
          <a:lstStyle/>
          <a:p>
            <a:r>
              <a:rPr lang="en-US" sz="2800" b="1" dirty="0"/>
              <a:t>Solution Overview</a:t>
            </a:r>
            <a:br>
              <a:rPr lang="en-US" sz="2800" b="1" dirty="0"/>
            </a:br>
            <a:r>
              <a:rPr lang="en-US" sz="2800" b="1" dirty="0"/>
              <a:t/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7117180" cy="861420"/>
          </a:xfrm>
        </p:spPr>
        <p:txBody>
          <a:bodyPr>
            <a:noAutofit/>
          </a:bodyPr>
          <a:lstStyle/>
          <a:p>
            <a:r>
              <a:rPr lang="en-US" dirty="0" smtClean="0"/>
              <a:t>Apply </a:t>
            </a:r>
            <a:r>
              <a:rPr lang="en-US" dirty="0"/>
              <a:t>storage tiering and lifecycle policies</a:t>
            </a:r>
          </a:p>
          <a:p>
            <a:r>
              <a:rPr lang="en-US" dirty="0"/>
              <a:t>Enable auto-pause and auto-scale for compute</a:t>
            </a:r>
          </a:p>
          <a:p>
            <a:r>
              <a:rPr lang="en-US" dirty="0"/>
              <a:t>Optimize queries and pipelines</a:t>
            </a:r>
          </a:p>
          <a:p>
            <a:r>
              <a:rPr lang="en-US" dirty="0"/>
              <a:t>Implement FinOps tagging, budgets, and alerts</a:t>
            </a:r>
          </a:p>
          <a:p>
            <a:r>
              <a:rPr lang="en-US" dirty="0"/>
              <a:t>Conduct regular cost reviews and governance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0"/>
            <a:ext cx="21948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3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57200"/>
            <a:ext cx="5867400" cy="1470025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Conclusion</a:t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7117180" cy="861420"/>
          </a:xfrm>
        </p:spPr>
        <p:txBody>
          <a:bodyPr>
            <a:noAutofit/>
          </a:bodyPr>
          <a:lstStyle/>
          <a:p>
            <a:r>
              <a:rPr lang="en-US" dirty="0" smtClean="0"/>
              <a:t>Cost </a:t>
            </a:r>
            <a:r>
              <a:rPr lang="en-US" dirty="0"/>
              <a:t>optimization improves technical efficiency and reduces waste</a:t>
            </a:r>
          </a:p>
          <a:p>
            <a:r>
              <a:rPr lang="en-US" dirty="0"/>
              <a:t>FinOps drives continuous financial discipline and accountability</a:t>
            </a:r>
          </a:p>
          <a:p>
            <a:r>
              <a:rPr lang="en-US" dirty="0"/>
              <a:t>Together, they enable sustainable and cost-effective cloud data platforms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0"/>
            <a:ext cx="219483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0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706880"/>
            <a:ext cx="5715000" cy="12344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285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rban Pop">
  <a:themeElements>
    <a:clrScheme name="Urban Pop">
      <a:dk1>
        <a:srgbClr val="000000"/>
      </a:dk1>
      <a:lt1>
        <a:srgbClr val="FFFFFF"/>
      </a:lt1>
      <a:dk2>
        <a:srgbClr val="282828"/>
      </a:dk2>
      <a:lt2>
        <a:srgbClr val="D4D4D4"/>
      </a:lt2>
      <a:accent1>
        <a:srgbClr val="86CE24"/>
      </a:accent1>
      <a:accent2>
        <a:srgbClr val="00A2E6"/>
      </a:accent2>
      <a:accent3>
        <a:srgbClr val="FAC810"/>
      </a:accent3>
      <a:accent4>
        <a:srgbClr val="7D8F8C"/>
      </a:accent4>
      <a:accent5>
        <a:srgbClr val="D06B20"/>
      </a:accent5>
      <a:accent6>
        <a:srgbClr val="958B8B"/>
      </a:accent6>
      <a:hlink>
        <a:srgbClr val="FF9900"/>
      </a:hlink>
      <a:folHlink>
        <a:srgbClr val="969696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TM01859862[[fn=Urban Pop]]</Template>
  <TotalTime>171</TotalTime>
  <Words>319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Urban Pop</vt:lpstr>
      <vt:lpstr>Cost Optimization and FinOps in Cloud Data Platforms</vt:lpstr>
      <vt:lpstr>Introduction to Cost Optimization in Cloud Data Platforms</vt:lpstr>
      <vt:lpstr>Key Problem Statements </vt:lpstr>
      <vt:lpstr>What Are Cost Optimization &amp; FinOps?  </vt:lpstr>
      <vt:lpstr>Solution Overview  </vt:lpstr>
      <vt:lpstr>Conclusion  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Optimization and FinOps in Cloud Data Platforms</dc:title>
  <dc:creator>Subham</dc:creator>
  <cp:lastModifiedBy>Subham</cp:lastModifiedBy>
  <cp:revision>8</cp:revision>
  <dcterms:created xsi:type="dcterms:W3CDTF">2026-01-06T08:48:23Z</dcterms:created>
  <dcterms:modified xsi:type="dcterms:W3CDTF">2026-01-06T11:40:04Z</dcterms:modified>
</cp:coreProperties>
</file>