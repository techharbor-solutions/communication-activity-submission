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63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E46B-53DE-4176-B457-7D71870336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BB93E-F217-4709-B0BB-1776DB130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99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E46B-53DE-4176-B457-7D71870336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BB93E-F217-4709-B0BB-1776DB130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28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E46B-53DE-4176-B457-7D71870336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BB93E-F217-4709-B0BB-1776DB130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29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E46B-53DE-4176-B457-7D71870336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BB93E-F217-4709-B0BB-1776DB130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7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E46B-53DE-4176-B457-7D71870336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BB93E-F217-4709-B0BB-1776DB130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22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E46B-53DE-4176-B457-7D71870336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BB93E-F217-4709-B0BB-1776DB130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84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E46B-53DE-4176-B457-7D71870336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BB93E-F217-4709-B0BB-1776DB130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299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E46B-53DE-4176-B457-7D71870336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BB93E-F217-4709-B0BB-1776DB130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6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E46B-53DE-4176-B457-7D71870336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BB93E-F217-4709-B0BB-1776DB130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262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E46B-53DE-4176-B457-7D71870336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BB93E-F217-4709-B0BB-1776DB130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76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E46B-53DE-4176-B457-7D71870336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BB93E-F217-4709-B0BB-1776DB1309F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2815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E46B-53DE-4176-B457-7D71870336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BB93E-F217-4709-B0BB-1776DB130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13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E46B-53DE-4176-B457-7D71870336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BB93E-F217-4709-B0BB-1776DB1309F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1327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E46B-53DE-4176-B457-7D71870336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BB93E-F217-4709-B0BB-1776DB130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21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E46B-53DE-4176-B457-7D71870336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BB93E-F217-4709-B0BB-1776DB130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94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E46B-53DE-4176-B457-7D71870336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BB93E-F217-4709-B0BB-1776DB130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74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8E46B-53DE-4176-B457-7D71870336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E9BB93E-F217-4709-B0BB-1776DB130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85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187" y="205099"/>
            <a:ext cx="8835648" cy="1373514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Article - Data Warehouse Database </a:t>
            </a:r>
            <a:endParaRPr lang="en-US" sz="3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187" y="1614828"/>
            <a:ext cx="8835648" cy="1655762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Presented By:- SHUBHAM CHAVAN</a:t>
            </a:r>
            <a:endParaRPr lang="en-US" sz="3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3835" y="0"/>
            <a:ext cx="3185436" cy="323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3850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2" y="194209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Warehouse Database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912" y="1617187"/>
            <a:ext cx="8534400" cy="3615267"/>
          </a:xfrm>
        </p:spPr>
        <p:txBody>
          <a:bodyPr/>
          <a:lstStyle/>
          <a:p>
            <a:r>
              <a:rPr lang="en-US" dirty="0" smtClean="0"/>
              <a:t>What is Data Warehouse Database?</a:t>
            </a:r>
          </a:p>
          <a:p>
            <a:r>
              <a:rPr lang="en-US" dirty="0" smtClean="0"/>
              <a:t>Types of Data Warehouse Databases</a:t>
            </a:r>
          </a:p>
          <a:p>
            <a:r>
              <a:rPr lang="en-US" dirty="0" smtClean="0"/>
              <a:t>Importance and Usage</a:t>
            </a:r>
          </a:p>
          <a:p>
            <a:r>
              <a:rPr lang="en-US" dirty="0" smtClean="0"/>
              <a:t>Advantages</a:t>
            </a:r>
          </a:p>
          <a:p>
            <a:r>
              <a:rPr lang="en-US" dirty="0" smtClean="0"/>
              <a:t>Disadvantages</a:t>
            </a:r>
          </a:p>
          <a:p>
            <a:r>
              <a:rPr lang="en-US" dirty="0" smtClean="0"/>
              <a:t>Conclusion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3835" y="0"/>
            <a:ext cx="3185436" cy="323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34714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263071" cy="1325563"/>
          </a:xfrm>
        </p:spPr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What is Data Warehouse Database?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28880"/>
            <a:ext cx="853219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storage area of Data Warehouse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, clean and organized data from different sources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Keeps historical data for analysis and reporting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3835" y="0"/>
            <a:ext cx="3185436" cy="323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63881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450" y="250031"/>
            <a:ext cx="8656178" cy="1325563"/>
          </a:xfrm>
        </p:spPr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Types of Data Warehouse Databases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450" y="1782896"/>
            <a:ext cx="10515600" cy="4351338"/>
          </a:xfrm>
        </p:spPr>
        <p:txBody>
          <a:bodyPr/>
          <a:lstStyle/>
          <a:p>
            <a:r>
              <a:rPr lang="en-US" b="1" dirty="0" smtClean="0"/>
              <a:t>Relational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b="1" dirty="0" smtClean="0"/>
              <a:t>:</a:t>
            </a:r>
            <a:r>
              <a:rPr lang="en-US" dirty="0" smtClean="0"/>
              <a:t> Uses tables to store data</a:t>
            </a:r>
          </a:p>
          <a:p>
            <a:r>
              <a:rPr lang="en-US" b="1" dirty="0" smtClean="0"/>
              <a:t>Multidimensional Database:</a:t>
            </a:r>
            <a:r>
              <a:rPr lang="en-US" dirty="0" smtClean="0"/>
              <a:t> Uses cubes for complex data analysis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209" y="0"/>
            <a:ext cx="2313062" cy="178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65669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34129" cy="1325563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  <a:b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24555" y="1042203"/>
            <a:ext cx="557396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Consolidates data from multiple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data quality and consistency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historical data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queries and business intelligence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making for management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209" y="0"/>
            <a:ext cx="2313062" cy="178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3976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351026"/>
            <a:ext cx="8534400" cy="2298028"/>
          </a:xfrm>
        </p:spPr>
        <p:txBody>
          <a:bodyPr>
            <a:normAutofit fontScale="90000"/>
          </a:bodyPr>
          <a:lstStyle/>
          <a:p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b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Complexity</a:t>
            </a:r>
            <a:b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Flexibility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Time-Consuming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527703"/>
          </a:xfrm>
        </p:spPr>
        <p:txBody>
          <a:bodyPr>
            <a:no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209" y="0"/>
            <a:ext cx="2313062" cy="178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35777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Conclusion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data warehouse</a:t>
            </a:r>
            <a:r>
              <a:rPr lang="en-US" dirty="0"/>
              <a:t> is a powerful system that helps organizations store large amounts of historical data from different sources in one place.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supports better decision-making by providing fast and easy access to clean, organized data. However, building and managing a data warehouse can be expensive, complex, and time-consuming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Despite these challenges, a well-designed data warehouse is valuable for companies that need to analyze trends, improve business strategies, and gain insights from their data over time.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54579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529</TotalTime>
  <Words>199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Article - Data Warehouse Database </vt:lpstr>
      <vt:lpstr>Data Warehouse Database</vt:lpstr>
      <vt:lpstr>What is Data Warehouse Database?</vt:lpstr>
      <vt:lpstr>Types of Data Warehouse Databases</vt:lpstr>
      <vt:lpstr>Advantages  </vt:lpstr>
      <vt:lpstr>High Cost  Complexity  Limited Flexibility  Time-Consuming Implementation 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Article - Data Warehouse Database</dc:title>
  <dc:creator>Admin</dc:creator>
  <cp:lastModifiedBy>Admin</cp:lastModifiedBy>
  <cp:revision>9</cp:revision>
  <dcterms:created xsi:type="dcterms:W3CDTF">2026-02-05T14:31:13Z</dcterms:created>
  <dcterms:modified xsi:type="dcterms:W3CDTF">2026-02-11T13:04:21Z</dcterms:modified>
</cp:coreProperties>
</file>