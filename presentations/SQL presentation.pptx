
<file path=[Content_Types].xml><?xml version="1.0" encoding="utf-8"?>
<Types xmlns="http://schemas.openxmlformats.org/package/2006/content-types">
  <Default Extension="jfif" ContentType="image/jpe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16D927-CD9F-464C-B2AC-72D6C8B84BF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6942836D-FDC0-4456-8FB3-C5943E6D927D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08" y="304800"/>
            <a:ext cx="5943600" cy="312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47800" y="3593592"/>
            <a:ext cx="50781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Presented by: Shubham Umesh Chavan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862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 smtClean="0"/>
              <a:t>             Agenda</a:t>
            </a:r>
          </a:p>
          <a:p>
            <a:r>
              <a:rPr lang="en-US" dirty="0" smtClean="0"/>
              <a:t>Introduction </a:t>
            </a:r>
            <a:r>
              <a:rPr lang="en-US" dirty="0" smtClean="0"/>
              <a:t>To SQL</a:t>
            </a:r>
          </a:p>
          <a:p>
            <a:r>
              <a:rPr lang="en-US" dirty="0" smtClean="0"/>
              <a:t>What is SQL?</a:t>
            </a:r>
          </a:p>
          <a:p>
            <a:r>
              <a:rPr lang="en-US" dirty="0" smtClean="0"/>
              <a:t>Types of SQL Commands</a:t>
            </a:r>
          </a:p>
          <a:p>
            <a:r>
              <a:rPr lang="en-US" dirty="0" smtClean="0"/>
              <a:t>Why SQL is Important</a:t>
            </a:r>
          </a:p>
          <a:p>
            <a:r>
              <a:rPr lang="en-US" dirty="0" smtClean="0"/>
              <a:t>Simple SQL Examples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0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Introduction To SQL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SQL </a:t>
            </a:r>
            <a:r>
              <a:rPr lang="en-US" sz="2400" dirty="0"/>
              <a:t>is a standard language for accessing and manipulating databases</a:t>
            </a:r>
          </a:p>
          <a:p>
            <a:r>
              <a:rPr lang="en-US" sz="2400" b="1" dirty="0" smtClean="0"/>
              <a:t>SQL (Structured Query Language)</a:t>
            </a:r>
            <a:r>
              <a:rPr lang="en-US" sz="2400" dirty="0" smtClean="0"/>
              <a:t> is the standard language used to manage and manipulate data in databases.</a:t>
            </a:r>
          </a:p>
          <a:p>
            <a:r>
              <a:rPr lang="en-US" sz="2400" dirty="0" smtClean="0"/>
              <a:t>It helps to </a:t>
            </a:r>
            <a:r>
              <a:rPr lang="en-US" sz="2400" b="1" dirty="0" smtClean="0"/>
              <a:t>create, read, insert ,update, and delete</a:t>
            </a:r>
            <a:r>
              <a:rPr lang="en-US" sz="2400" dirty="0" smtClean="0"/>
              <a:t> data efficiently.</a:t>
            </a:r>
          </a:p>
          <a:p>
            <a:r>
              <a:rPr lang="en-US" sz="2400" dirty="0" smtClean="0"/>
              <a:t>SQL works with relational databases like MySQL, Oracle, and SQL Server.</a:t>
            </a:r>
          </a:p>
          <a:p>
            <a:r>
              <a:rPr lang="en-US" sz="2400" dirty="0" smtClean="0"/>
              <a:t>It is widely used in applications ranging from banking to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e-commerce.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378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SQL?</a:t>
            </a:r>
          </a:p>
          <a:p>
            <a:r>
              <a:rPr lang="en-US" dirty="0" smtClean="0"/>
              <a:t>SQL = </a:t>
            </a:r>
            <a:r>
              <a:rPr lang="en-US" b="1" dirty="0" smtClean="0"/>
              <a:t>Structured Query Language</a:t>
            </a:r>
            <a:endParaRPr lang="en-US" dirty="0" smtClean="0"/>
          </a:p>
          <a:p>
            <a:r>
              <a:rPr lang="en-US" dirty="0" smtClean="0"/>
              <a:t>Used to </a:t>
            </a:r>
            <a:r>
              <a:rPr lang="en-US" b="1" dirty="0" smtClean="0"/>
              <a:t>manage data in databases</a:t>
            </a:r>
            <a:endParaRPr lang="en-US" dirty="0" smtClean="0"/>
          </a:p>
          <a:p>
            <a:r>
              <a:rPr lang="en-US" dirty="0" smtClean="0"/>
              <a:t>Works behind the scenes in almost every software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9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SQL Commands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 smtClean="0"/>
              <a:t>DDL (Data Definition Language):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Create, modify, delete tables</a:t>
            </a:r>
          </a:p>
          <a:p>
            <a:r>
              <a:rPr lang="en-US" sz="2800" b="1" dirty="0" smtClean="0"/>
              <a:t>DML (Data Manipulation Language):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Add, update, delete data</a:t>
            </a:r>
          </a:p>
          <a:p>
            <a:r>
              <a:rPr lang="en-US" sz="2800" b="1" dirty="0" smtClean="0"/>
              <a:t>DQL (Data Query Language):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Fetch or view data</a:t>
            </a:r>
          </a:p>
          <a:p>
            <a:r>
              <a:rPr lang="en-US" sz="2800" b="1" dirty="0" smtClean="0"/>
              <a:t>DCL (Data Control Language):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Manage permissions</a:t>
            </a:r>
          </a:p>
          <a:p>
            <a:r>
              <a:rPr lang="en-US" sz="2800" b="1" dirty="0" smtClean="0"/>
              <a:t>TCL (Transaction Control Language):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Manage transactions (commit/rollback)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353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Why SQL is Important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Manages company data efficiently</a:t>
            </a:r>
          </a:p>
          <a:p>
            <a:r>
              <a:rPr lang="en-US" sz="2800" dirty="0" smtClean="0"/>
              <a:t>Provides quick access for reports &amp; decisions</a:t>
            </a:r>
          </a:p>
          <a:p>
            <a:r>
              <a:rPr lang="en-US" sz="2800" dirty="0" smtClean="0"/>
              <a:t>Used by HR, finance, sales, and more</a:t>
            </a:r>
          </a:p>
          <a:p>
            <a:r>
              <a:rPr lang="en-US" sz="2800" dirty="0" smtClean="0"/>
              <a:t>A key IT and business skill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496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Simple SQL Examples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SELECT name FROM employees;          -- DQL: View data</a:t>
            </a:r>
          </a:p>
          <a:p>
            <a:r>
              <a:rPr lang="en-US" sz="2000" dirty="0" smtClean="0"/>
              <a:t>INSERT INTO employees VALUES (...);   -- DML: Add data</a:t>
            </a:r>
          </a:p>
          <a:p>
            <a:r>
              <a:rPr lang="en-US" sz="2000" dirty="0" smtClean="0"/>
              <a:t>CREATE TABLE employees (...);                -- DDL: Create table</a:t>
            </a:r>
          </a:p>
          <a:p>
            <a:r>
              <a:rPr lang="en-US" sz="2000" smtClean="0"/>
              <a:t>COMMIT</a:t>
            </a:r>
            <a:r>
              <a:rPr lang="en-US" sz="2000" dirty="0" smtClean="0"/>
              <a:t>;                                                        -- TCL: Save transaction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933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SQL organizes and controls data</a:t>
            </a:r>
          </a:p>
          <a:p>
            <a:r>
              <a:rPr lang="en-US" dirty="0" smtClean="0"/>
              <a:t>Widely used across industries</a:t>
            </a:r>
          </a:p>
          <a:p>
            <a:r>
              <a:rPr lang="en-US" dirty="0" smtClean="0"/>
              <a:t>Learning SQL boosts your career</a:t>
            </a:r>
          </a:p>
          <a:p>
            <a:r>
              <a:rPr lang="en-US" dirty="0" smtClean="0"/>
              <a:t>Helps both technical and business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43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14400"/>
            <a:ext cx="4076700" cy="2362200"/>
          </a:xfrm>
        </p:spPr>
      </p:pic>
    </p:spTree>
    <p:extLst>
      <p:ext uri="{BB962C8B-B14F-4D97-AF65-F5344CB8AC3E}">
        <p14:creationId xmlns:p14="http://schemas.microsoft.com/office/powerpoint/2010/main" val="2668013387"/>
      </p:ext>
    </p:extLst>
  </p:cSld>
  <p:clrMapOvr>
    <a:masterClrMapping/>
  </p:clrMapOvr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144</TotalTime>
  <Words>278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Urban Pop</vt:lpstr>
      <vt:lpstr>PowerPoint Presentation</vt:lpstr>
      <vt:lpstr>PowerPoint Presentation</vt:lpstr>
      <vt:lpstr>Introduction To SQL </vt:lpstr>
      <vt:lpstr>PowerPoint Presentation</vt:lpstr>
      <vt:lpstr>Types of SQL Commands </vt:lpstr>
      <vt:lpstr>Why SQL is Important </vt:lpstr>
      <vt:lpstr>Simple SQL Examples 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Subham</dc:creator>
  <cp:lastModifiedBy>Subham</cp:lastModifiedBy>
  <cp:revision>10</cp:revision>
  <dcterms:created xsi:type="dcterms:W3CDTF">2026-01-14T18:07:51Z</dcterms:created>
  <dcterms:modified xsi:type="dcterms:W3CDTF">2026-01-15T12:11:48Z</dcterms:modified>
</cp:coreProperties>
</file>