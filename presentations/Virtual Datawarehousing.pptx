
<file path=[Content_Types].xml><?xml version="1.0" encoding="utf-8"?>
<Types xmlns="http://schemas.openxmlformats.org/package/2006/content-types">
  <Default Extension="png" ContentType="image/png"/>
  <Default Extension="jfif" ContentType="image/jpe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9" r:id="rId4"/>
    <p:sldId id="257"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6"/>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0">
                <a:schemeClr val="accent1"/>
              </a:gs>
              <a:gs pos="14000">
                <a:schemeClr val="accent1">
                  <a:lumMod val="60000"/>
                  <a:lumOff val="40000"/>
                </a:schemeClr>
              </a:gs>
              <a:gs pos="83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b="1" kern="1200">
              <a:solidFill>
                <a:schemeClr val="lt1"/>
              </a:solidFill>
              <a:latin typeface="+mn-lt"/>
              <a:ea typeface="+mn-ea"/>
              <a:cs typeface="+mn-cs"/>
            </a:endParaRPr>
          </a:p>
        </p:txBody>
      </p:sp>
      <p:sp>
        <p:nvSpPr>
          <p:cNvPr id="8" name="Freeform 7"/>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41000">
                <a:schemeClr val="accent1">
                  <a:alpha val="0"/>
                </a:schemeClr>
              </a:gs>
              <a:gs pos="57000">
                <a:schemeClr val="accent1">
                  <a:lumMod val="40000"/>
                  <a:lumOff val="60000"/>
                </a:schemeClr>
              </a:gs>
              <a:gs pos="100000">
                <a:schemeClr val="accent1">
                  <a:alpha val="0"/>
                </a:schemeClr>
              </a:gs>
            </a:gsLst>
            <a:lin ang="6000000" scaled="0"/>
          </a:gra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b="1" kern="1200">
              <a:solidFill>
                <a:schemeClr val="lt1"/>
              </a:solidFill>
              <a:latin typeface="+mn-lt"/>
              <a:ea typeface="+mn-ea"/>
              <a:cs typeface="+mn-cs"/>
            </a:endParaRPr>
          </a:p>
        </p:txBody>
      </p:sp>
      <p:sp>
        <p:nvSpPr>
          <p:cNvPr id="9" name="Freeform 8"/>
          <p:cNvSpPr/>
          <p:nvPr/>
        </p:nvSpPr>
        <p:spPr>
          <a:xfrm>
            <a:off x="0" y="5545932"/>
            <a:ext cx="9146383" cy="1314449"/>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33337 h 1214437"/>
              <a:gd name="connsiteX1" fmla="*/ 6305550 w 9134475"/>
              <a:gd name="connsiteY1" fmla="*/ 1100137 h 1214437"/>
              <a:gd name="connsiteX2" fmla="*/ 9044270 w 9134475"/>
              <a:gd name="connsiteY2" fmla="*/ 0 h 1214437"/>
              <a:gd name="connsiteX3" fmla="*/ 9134475 w 9134475"/>
              <a:gd name="connsiteY3" fmla="*/ 1214437 h 1214437"/>
              <a:gd name="connsiteX4" fmla="*/ 0 w 9134475"/>
              <a:gd name="connsiteY4" fmla="*/ 1214437 h 1214437"/>
              <a:gd name="connsiteX5" fmla="*/ 0 w 9134475"/>
              <a:gd name="connsiteY5" fmla="*/ 33337 h 1214437"/>
              <a:gd name="connsiteX0" fmla="*/ 0 w 9134475"/>
              <a:gd name="connsiteY0" fmla="*/ 130968 h 1312068"/>
              <a:gd name="connsiteX1" fmla="*/ 6305550 w 9134475"/>
              <a:gd name="connsiteY1" fmla="*/ 1197768 h 1312068"/>
              <a:gd name="connsiteX2" fmla="*/ 9113111 w 9134475"/>
              <a:gd name="connsiteY2" fmla="*/ 0 h 1312068"/>
              <a:gd name="connsiteX3" fmla="*/ 9134475 w 9134475"/>
              <a:gd name="connsiteY3" fmla="*/ 1312068 h 1312068"/>
              <a:gd name="connsiteX4" fmla="*/ 0 w 9134475"/>
              <a:gd name="connsiteY4" fmla="*/ 1312068 h 1312068"/>
              <a:gd name="connsiteX5" fmla="*/ 0 w 9134475"/>
              <a:gd name="connsiteY5" fmla="*/ 130968 h 1312068"/>
              <a:gd name="connsiteX0" fmla="*/ 0 w 9113111"/>
              <a:gd name="connsiteY0" fmla="*/ 130968 h 1312068"/>
              <a:gd name="connsiteX1" fmla="*/ 6305550 w 9113111"/>
              <a:gd name="connsiteY1" fmla="*/ 1197768 h 1312068"/>
              <a:gd name="connsiteX2" fmla="*/ 9113111 w 9113111"/>
              <a:gd name="connsiteY2" fmla="*/ 0 h 1312068"/>
              <a:gd name="connsiteX3" fmla="*/ 8958813 w 9113111"/>
              <a:gd name="connsiteY3" fmla="*/ 1009649 h 1312068"/>
              <a:gd name="connsiteX4" fmla="*/ 0 w 9113111"/>
              <a:gd name="connsiteY4" fmla="*/ 1312068 h 1312068"/>
              <a:gd name="connsiteX5" fmla="*/ 0 w 9113111"/>
              <a:gd name="connsiteY5" fmla="*/ 130968 h 1312068"/>
              <a:gd name="connsiteX0" fmla="*/ 0 w 9117860"/>
              <a:gd name="connsiteY0" fmla="*/ 130968 h 1314449"/>
              <a:gd name="connsiteX1" fmla="*/ 6305550 w 9117860"/>
              <a:gd name="connsiteY1" fmla="*/ 1197768 h 1314449"/>
              <a:gd name="connsiteX2" fmla="*/ 9113111 w 9117860"/>
              <a:gd name="connsiteY2" fmla="*/ 0 h 1314449"/>
              <a:gd name="connsiteX3" fmla="*/ 9117860 w 9117860"/>
              <a:gd name="connsiteY3" fmla="*/ 1314449 h 1314449"/>
              <a:gd name="connsiteX4" fmla="*/ 0 w 9117860"/>
              <a:gd name="connsiteY4" fmla="*/ 1312068 h 1314449"/>
              <a:gd name="connsiteX5" fmla="*/ 0 w 9117860"/>
              <a:gd name="connsiteY5" fmla="*/ 130968 h 131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7860" h="1314449">
                <a:moveTo>
                  <a:pt x="0" y="130968"/>
                </a:moveTo>
                <a:lnTo>
                  <a:pt x="6305550" y="1197768"/>
                </a:lnTo>
                <a:lnTo>
                  <a:pt x="9113111" y="0"/>
                </a:lnTo>
                <a:lnTo>
                  <a:pt x="9117860" y="1314449"/>
                </a:lnTo>
                <a:lnTo>
                  <a:pt x="0" y="1312068"/>
                </a:lnTo>
                <a:lnTo>
                  <a:pt x="0" y="130968"/>
                </a:lnTo>
                <a:close/>
              </a:path>
            </a:pathLst>
          </a:custGeom>
          <a:gradFill>
            <a:gsLst>
              <a:gs pos="0">
                <a:schemeClr val="accent3">
                  <a:lumMod val="40000"/>
                  <a:lumOff val="60000"/>
                </a:schemeClr>
              </a:gs>
              <a:gs pos="50000">
                <a:schemeClr val="accent3"/>
              </a:gs>
              <a:gs pos="100000">
                <a:schemeClr val="accent3">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b="1"/>
          </a:p>
        </p:txBody>
      </p:sp>
      <p:sp>
        <p:nvSpPr>
          <p:cNvPr id="2" name="Title 1"/>
          <p:cNvSpPr>
            <a:spLocks noGrp="1"/>
          </p:cNvSpPr>
          <p:nvPr>
            <p:ph type="ctrTitle"/>
          </p:nvPr>
        </p:nvSpPr>
        <p:spPr>
          <a:xfrm>
            <a:off x="4572000" y="1676400"/>
            <a:ext cx="3886200" cy="1524000"/>
          </a:xfrm>
        </p:spPr>
        <p:txBody>
          <a:bodyPr anchor="b" anchorCtr="0"/>
          <a:lstStyle>
            <a:lvl1pPr algn="l">
              <a:defRPr/>
            </a:lvl1pPr>
          </a:lstStyle>
          <a:p>
            <a:r>
              <a:rPr lang="en-US" smtClean="0"/>
              <a:t>Click to edit Master title style</a:t>
            </a:r>
            <a:endParaRPr lang="en-US" dirty="0"/>
          </a:p>
        </p:txBody>
      </p:sp>
      <p:sp>
        <p:nvSpPr>
          <p:cNvPr id="3" name="Subtitle 2"/>
          <p:cNvSpPr>
            <a:spLocks noGrp="1"/>
          </p:cNvSpPr>
          <p:nvPr>
            <p:ph type="subTitle" idx="1"/>
          </p:nvPr>
        </p:nvSpPr>
        <p:spPr>
          <a:xfrm>
            <a:off x="4572000" y="3203574"/>
            <a:ext cx="3886200" cy="1825625"/>
          </a:xfrm>
        </p:spPr>
        <p:txBody>
          <a:bodyPr>
            <a:normAutofit/>
          </a:bodyPr>
          <a:lstStyle>
            <a:lvl1pPr marL="0" indent="0" algn="l">
              <a:buNone/>
              <a:defRPr sz="200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Rectangle 9"/>
          <p:cNvSpPr/>
          <p:nvPr/>
        </p:nvSpPr>
        <p:spPr>
          <a:xfrm>
            <a:off x="0" y="5262465"/>
            <a:ext cx="9144000" cy="7464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30" y="5502670"/>
            <a:ext cx="9144066" cy="1271150"/>
          </a:xfrm>
          <a:custGeom>
            <a:avLst/>
            <a:gdLst>
              <a:gd name="connsiteX0" fmla="*/ 9331 w 9144000"/>
              <a:gd name="connsiteY0" fmla="*/ 111968 h 1278294"/>
              <a:gd name="connsiteX1" fmla="*/ 6288833 w 9144000"/>
              <a:gd name="connsiteY1" fmla="*/ 1194319 h 1278294"/>
              <a:gd name="connsiteX2" fmla="*/ 9144000 w 9144000"/>
              <a:gd name="connsiteY2" fmla="*/ 0 h 1278294"/>
              <a:gd name="connsiteX3" fmla="*/ 9144000 w 9144000"/>
              <a:gd name="connsiteY3" fmla="*/ 83976 h 1278294"/>
              <a:gd name="connsiteX4" fmla="*/ 6279502 w 9144000"/>
              <a:gd name="connsiteY4" fmla="*/ 1278294 h 1278294"/>
              <a:gd name="connsiteX5" fmla="*/ 0 w 9144000"/>
              <a:gd name="connsiteY5" fmla="*/ 195943 h 1278294"/>
              <a:gd name="connsiteX6" fmla="*/ 9331 w 9144000"/>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71644 w 9134669"/>
              <a:gd name="connsiteY5" fmla="*/ 388824 h 1278294"/>
              <a:gd name="connsiteX6" fmla="*/ 0 w 9134669"/>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94 w 9134669"/>
              <a:gd name="connsiteY5" fmla="*/ 195943 h 1278294"/>
              <a:gd name="connsiteX6" fmla="*/ 0 w 9134669"/>
              <a:gd name="connsiteY6" fmla="*/ 111968 h 1278294"/>
              <a:gd name="connsiteX0" fmla="*/ 49877 w 9134540"/>
              <a:gd name="connsiteY0" fmla="*/ 42912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49877 w 9134540"/>
              <a:gd name="connsiteY6" fmla="*/ 42912 h 1278294"/>
              <a:gd name="connsiteX0" fmla="*/ 2252 w 9134540"/>
              <a:gd name="connsiteY0" fmla="*/ 116731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279373 w 9134540"/>
              <a:gd name="connsiteY1" fmla="*/ 1234801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307948 w 9134540"/>
              <a:gd name="connsiteY1" fmla="*/ 1189558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28287"/>
              <a:gd name="connsiteX1" fmla="*/ 6307948 w 9134540"/>
              <a:gd name="connsiteY1" fmla="*/ 1189558 h 1228287"/>
              <a:gd name="connsiteX2" fmla="*/ 9134540 w 9134540"/>
              <a:gd name="connsiteY2" fmla="*/ 0 h 1228287"/>
              <a:gd name="connsiteX3" fmla="*/ 9134540 w 9134540"/>
              <a:gd name="connsiteY3" fmla="*/ 83976 h 1228287"/>
              <a:gd name="connsiteX4" fmla="*/ 6270042 w 9134540"/>
              <a:gd name="connsiteY4" fmla="*/ 1228287 h 1228287"/>
              <a:gd name="connsiteX5" fmla="*/ 65 w 9134540"/>
              <a:gd name="connsiteY5" fmla="*/ 195943 h 1228287"/>
              <a:gd name="connsiteX6" fmla="*/ 2252 w 9134540"/>
              <a:gd name="connsiteY6" fmla="*/ 116731 h 1228287"/>
              <a:gd name="connsiteX0" fmla="*/ 2252 w 9134540"/>
              <a:gd name="connsiteY0" fmla="*/ 116731 h 1266387"/>
              <a:gd name="connsiteX1" fmla="*/ 6307948 w 9134540"/>
              <a:gd name="connsiteY1" fmla="*/ 1189558 h 1266387"/>
              <a:gd name="connsiteX2" fmla="*/ 9134540 w 9134540"/>
              <a:gd name="connsiteY2" fmla="*/ 0 h 1266387"/>
              <a:gd name="connsiteX3" fmla="*/ 9134540 w 9134540"/>
              <a:gd name="connsiteY3" fmla="*/ 83976 h 1266387"/>
              <a:gd name="connsiteX4" fmla="*/ 6315286 w 9134540"/>
              <a:gd name="connsiteY4" fmla="*/ 1266387 h 1266387"/>
              <a:gd name="connsiteX5" fmla="*/ 65 w 9134540"/>
              <a:gd name="connsiteY5" fmla="*/ 195943 h 1266387"/>
              <a:gd name="connsiteX6" fmla="*/ 2252 w 9134540"/>
              <a:gd name="connsiteY6" fmla="*/ 116731 h 1266387"/>
              <a:gd name="connsiteX0" fmla="*/ 2252 w 9134540"/>
              <a:gd name="connsiteY0" fmla="*/ 152450 h 1302106"/>
              <a:gd name="connsiteX1" fmla="*/ 6307948 w 9134540"/>
              <a:gd name="connsiteY1" fmla="*/ 1225277 h 1302106"/>
              <a:gd name="connsiteX2" fmla="*/ 8932134 w 9134540"/>
              <a:gd name="connsiteY2" fmla="*/ 0 h 1302106"/>
              <a:gd name="connsiteX3" fmla="*/ 9134540 w 9134540"/>
              <a:gd name="connsiteY3" fmla="*/ 119695 h 1302106"/>
              <a:gd name="connsiteX4" fmla="*/ 6315286 w 9134540"/>
              <a:gd name="connsiteY4" fmla="*/ 1302106 h 1302106"/>
              <a:gd name="connsiteX5" fmla="*/ 65 w 9134540"/>
              <a:gd name="connsiteY5" fmla="*/ 231662 h 1302106"/>
              <a:gd name="connsiteX6" fmla="*/ 2252 w 9134540"/>
              <a:gd name="connsiteY6" fmla="*/ 152450 h 1302106"/>
              <a:gd name="connsiteX0" fmla="*/ 2252 w 9144066"/>
              <a:gd name="connsiteY0" fmla="*/ 121494 h 1271150"/>
              <a:gd name="connsiteX1" fmla="*/ 6307948 w 9144066"/>
              <a:gd name="connsiteY1" fmla="*/ 1194321 h 1271150"/>
              <a:gd name="connsiteX2" fmla="*/ 9144066 w 9144066"/>
              <a:gd name="connsiteY2" fmla="*/ 0 h 1271150"/>
              <a:gd name="connsiteX3" fmla="*/ 9134540 w 9144066"/>
              <a:gd name="connsiteY3" fmla="*/ 88739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051196 w 9144066"/>
              <a:gd name="connsiteY3" fmla="*/ 236376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141683 w 9144066"/>
              <a:gd name="connsiteY3" fmla="*/ 79214 h 1271150"/>
              <a:gd name="connsiteX4" fmla="*/ 6315286 w 9144066"/>
              <a:gd name="connsiteY4" fmla="*/ 1271150 h 1271150"/>
              <a:gd name="connsiteX5" fmla="*/ 65 w 9144066"/>
              <a:gd name="connsiteY5" fmla="*/ 200706 h 1271150"/>
              <a:gd name="connsiteX6" fmla="*/ 2252 w 9144066"/>
              <a:gd name="connsiteY6" fmla="*/ 121494 h 127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66" h="1271150">
                <a:moveTo>
                  <a:pt x="2252" y="121494"/>
                </a:moveTo>
                <a:lnTo>
                  <a:pt x="6307948" y="1194321"/>
                </a:lnTo>
                <a:lnTo>
                  <a:pt x="9144066" y="0"/>
                </a:lnTo>
                <a:cubicBezTo>
                  <a:pt x="9143272" y="26405"/>
                  <a:pt x="9142477" y="52809"/>
                  <a:pt x="9141683" y="79214"/>
                </a:cubicBezTo>
                <a:lnTo>
                  <a:pt x="6315286" y="1271150"/>
                </a:lnTo>
                <a:lnTo>
                  <a:pt x="65" y="200706"/>
                </a:lnTo>
                <a:cubicBezTo>
                  <a:pt x="0" y="172714"/>
                  <a:pt x="2317" y="149486"/>
                  <a:pt x="2252" y="12149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0C996CE2-80BE-4B21-B32F-1B50115A21C0}"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normAutofit/>
          </a:bodyPr>
          <a:lstStyle/>
          <a:p>
            <a:fld id="{40DDC15B-B7CC-45E8-947F-B56FE61EA4C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6"/>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685800" y="1600201"/>
            <a:ext cx="7772400" cy="3733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Freeform 8"/>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0C996CE2-80BE-4B21-B32F-1B50115A21C0}"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DC15B-B7CC-45E8-947F-B56FE61EA4C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Freeform 6"/>
          <p:cNvSpPr/>
          <p:nvPr/>
        </p:nvSpPr>
        <p:spPr>
          <a:xfrm>
            <a:off x="0" y="5545932"/>
            <a:ext cx="9146383" cy="1314449"/>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33337 h 1214437"/>
              <a:gd name="connsiteX1" fmla="*/ 6305550 w 9134475"/>
              <a:gd name="connsiteY1" fmla="*/ 1100137 h 1214437"/>
              <a:gd name="connsiteX2" fmla="*/ 9044270 w 9134475"/>
              <a:gd name="connsiteY2" fmla="*/ 0 h 1214437"/>
              <a:gd name="connsiteX3" fmla="*/ 9134475 w 9134475"/>
              <a:gd name="connsiteY3" fmla="*/ 1214437 h 1214437"/>
              <a:gd name="connsiteX4" fmla="*/ 0 w 9134475"/>
              <a:gd name="connsiteY4" fmla="*/ 1214437 h 1214437"/>
              <a:gd name="connsiteX5" fmla="*/ 0 w 9134475"/>
              <a:gd name="connsiteY5" fmla="*/ 33337 h 1214437"/>
              <a:gd name="connsiteX0" fmla="*/ 0 w 9134475"/>
              <a:gd name="connsiteY0" fmla="*/ 130968 h 1312068"/>
              <a:gd name="connsiteX1" fmla="*/ 6305550 w 9134475"/>
              <a:gd name="connsiteY1" fmla="*/ 1197768 h 1312068"/>
              <a:gd name="connsiteX2" fmla="*/ 9113111 w 9134475"/>
              <a:gd name="connsiteY2" fmla="*/ 0 h 1312068"/>
              <a:gd name="connsiteX3" fmla="*/ 9134475 w 9134475"/>
              <a:gd name="connsiteY3" fmla="*/ 1312068 h 1312068"/>
              <a:gd name="connsiteX4" fmla="*/ 0 w 9134475"/>
              <a:gd name="connsiteY4" fmla="*/ 1312068 h 1312068"/>
              <a:gd name="connsiteX5" fmla="*/ 0 w 9134475"/>
              <a:gd name="connsiteY5" fmla="*/ 130968 h 1312068"/>
              <a:gd name="connsiteX0" fmla="*/ 0 w 9113111"/>
              <a:gd name="connsiteY0" fmla="*/ 130968 h 1312068"/>
              <a:gd name="connsiteX1" fmla="*/ 6305550 w 9113111"/>
              <a:gd name="connsiteY1" fmla="*/ 1197768 h 1312068"/>
              <a:gd name="connsiteX2" fmla="*/ 9113111 w 9113111"/>
              <a:gd name="connsiteY2" fmla="*/ 0 h 1312068"/>
              <a:gd name="connsiteX3" fmla="*/ 8958813 w 9113111"/>
              <a:gd name="connsiteY3" fmla="*/ 1009649 h 1312068"/>
              <a:gd name="connsiteX4" fmla="*/ 0 w 9113111"/>
              <a:gd name="connsiteY4" fmla="*/ 1312068 h 1312068"/>
              <a:gd name="connsiteX5" fmla="*/ 0 w 9113111"/>
              <a:gd name="connsiteY5" fmla="*/ 130968 h 1312068"/>
              <a:gd name="connsiteX0" fmla="*/ 0 w 9117860"/>
              <a:gd name="connsiteY0" fmla="*/ 130968 h 1314449"/>
              <a:gd name="connsiteX1" fmla="*/ 6305550 w 9117860"/>
              <a:gd name="connsiteY1" fmla="*/ 1197768 h 1314449"/>
              <a:gd name="connsiteX2" fmla="*/ 9113111 w 9117860"/>
              <a:gd name="connsiteY2" fmla="*/ 0 h 1314449"/>
              <a:gd name="connsiteX3" fmla="*/ 9117860 w 9117860"/>
              <a:gd name="connsiteY3" fmla="*/ 1314449 h 1314449"/>
              <a:gd name="connsiteX4" fmla="*/ 0 w 9117860"/>
              <a:gd name="connsiteY4" fmla="*/ 1312068 h 1314449"/>
              <a:gd name="connsiteX5" fmla="*/ 0 w 9117860"/>
              <a:gd name="connsiteY5" fmla="*/ 130968 h 131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7860" h="1314449">
                <a:moveTo>
                  <a:pt x="0" y="130968"/>
                </a:moveTo>
                <a:lnTo>
                  <a:pt x="6305550" y="1197768"/>
                </a:lnTo>
                <a:lnTo>
                  <a:pt x="9113111" y="0"/>
                </a:lnTo>
                <a:lnTo>
                  <a:pt x="9117860" y="1314449"/>
                </a:lnTo>
                <a:lnTo>
                  <a:pt x="0" y="1312068"/>
                </a:lnTo>
                <a:lnTo>
                  <a:pt x="0" y="130968"/>
                </a:lnTo>
                <a:close/>
              </a:path>
            </a:pathLst>
          </a:custGeom>
          <a:gradFill>
            <a:gsLst>
              <a:gs pos="0">
                <a:schemeClr val="accent1">
                  <a:lumMod val="40000"/>
                  <a:lumOff val="60000"/>
                </a:schemeClr>
              </a:gs>
              <a:gs pos="50000">
                <a:schemeClr val="accent1"/>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kern="1200">
              <a:solidFill>
                <a:schemeClr val="lt1"/>
              </a:solidFill>
              <a:latin typeface="+mn-lt"/>
              <a:ea typeface="+mn-ea"/>
              <a:cs typeface="+mn-cs"/>
            </a:endParaRPr>
          </a:p>
        </p:txBody>
      </p:sp>
      <p:sp>
        <p:nvSpPr>
          <p:cNvPr id="8" name="Freeform 7"/>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0">
                <a:srgbClr val="000000"/>
              </a:gs>
              <a:gs pos="14000">
                <a:srgbClr val="333333"/>
              </a:gs>
              <a:gs pos="83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kern="1200">
              <a:solidFill>
                <a:schemeClr val="lt1"/>
              </a:solidFill>
              <a:latin typeface="+mn-lt"/>
              <a:ea typeface="+mn-ea"/>
              <a:cs typeface="+mn-cs"/>
            </a:endParaRPr>
          </a:p>
        </p:txBody>
      </p:sp>
      <p:sp>
        <p:nvSpPr>
          <p:cNvPr id="9" name="Freeform 8"/>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41000">
                <a:srgbClr val="000000">
                  <a:alpha val="0"/>
                </a:srgbClr>
              </a:gs>
              <a:gs pos="57000">
                <a:srgbClr val="4D4D4D"/>
              </a:gs>
              <a:gs pos="100000">
                <a:srgbClr val="000000">
                  <a:alpha val="0"/>
                </a:srgbClr>
              </a:gs>
            </a:gsLst>
            <a:lin ang="6000000" scaled="0"/>
          </a:gra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kern="1200">
              <a:solidFill>
                <a:schemeClr val="lt1"/>
              </a:solidFill>
              <a:latin typeface="+mn-lt"/>
              <a:ea typeface="+mn-ea"/>
              <a:cs typeface="+mn-cs"/>
            </a:endParaRPr>
          </a:p>
        </p:txBody>
      </p:sp>
      <p:sp>
        <p:nvSpPr>
          <p:cNvPr id="2" name="Title 1"/>
          <p:cNvSpPr>
            <a:spLocks noGrp="1"/>
          </p:cNvSpPr>
          <p:nvPr>
            <p:ph type="title"/>
          </p:nvPr>
        </p:nvSpPr>
        <p:spPr>
          <a:xfrm>
            <a:off x="722313" y="3633787"/>
            <a:ext cx="7772400" cy="1362075"/>
          </a:xfrm>
        </p:spPr>
        <p:txBody>
          <a:bodyPr anchor="t"/>
          <a:lstStyle>
            <a:lvl1pPr algn="l">
              <a:defRPr sz="4000" b="0" i="0" cap="all" baseline="0"/>
            </a:lvl1pPr>
          </a:lstStyle>
          <a:p>
            <a:r>
              <a:rPr lang="en-US" smtClean="0"/>
              <a:t>Click to edit Master title style</a:t>
            </a:r>
            <a:endParaRPr lang="en-US" dirty="0"/>
          </a:p>
        </p:txBody>
      </p:sp>
      <p:sp>
        <p:nvSpPr>
          <p:cNvPr id="3" name="Text Placeholder 2"/>
          <p:cNvSpPr>
            <a:spLocks noGrp="1"/>
          </p:cNvSpPr>
          <p:nvPr>
            <p:ph type="body" idx="1"/>
          </p:nvPr>
        </p:nvSpPr>
        <p:spPr>
          <a:xfrm>
            <a:off x="722313" y="2133600"/>
            <a:ext cx="7772400" cy="1500187"/>
          </a:xfrm>
        </p:spPr>
        <p:txBody>
          <a:bodyPr anchor="b"/>
          <a:lstStyle>
            <a:lvl1pPr marL="0" indent="0">
              <a:buNone/>
              <a:defRPr sz="200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 name="Rectangle 9"/>
          <p:cNvSpPr/>
          <p:nvPr/>
        </p:nvSpPr>
        <p:spPr>
          <a:xfrm>
            <a:off x="0" y="5262465"/>
            <a:ext cx="9144000" cy="7464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30" y="5502670"/>
            <a:ext cx="9144066" cy="1271150"/>
          </a:xfrm>
          <a:custGeom>
            <a:avLst/>
            <a:gdLst>
              <a:gd name="connsiteX0" fmla="*/ 9331 w 9144000"/>
              <a:gd name="connsiteY0" fmla="*/ 111968 h 1278294"/>
              <a:gd name="connsiteX1" fmla="*/ 6288833 w 9144000"/>
              <a:gd name="connsiteY1" fmla="*/ 1194319 h 1278294"/>
              <a:gd name="connsiteX2" fmla="*/ 9144000 w 9144000"/>
              <a:gd name="connsiteY2" fmla="*/ 0 h 1278294"/>
              <a:gd name="connsiteX3" fmla="*/ 9144000 w 9144000"/>
              <a:gd name="connsiteY3" fmla="*/ 83976 h 1278294"/>
              <a:gd name="connsiteX4" fmla="*/ 6279502 w 9144000"/>
              <a:gd name="connsiteY4" fmla="*/ 1278294 h 1278294"/>
              <a:gd name="connsiteX5" fmla="*/ 0 w 9144000"/>
              <a:gd name="connsiteY5" fmla="*/ 195943 h 1278294"/>
              <a:gd name="connsiteX6" fmla="*/ 9331 w 9144000"/>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71644 w 9134669"/>
              <a:gd name="connsiteY5" fmla="*/ 388824 h 1278294"/>
              <a:gd name="connsiteX6" fmla="*/ 0 w 9134669"/>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94 w 9134669"/>
              <a:gd name="connsiteY5" fmla="*/ 195943 h 1278294"/>
              <a:gd name="connsiteX6" fmla="*/ 0 w 9134669"/>
              <a:gd name="connsiteY6" fmla="*/ 111968 h 1278294"/>
              <a:gd name="connsiteX0" fmla="*/ 49877 w 9134540"/>
              <a:gd name="connsiteY0" fmla="*/ 42912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49877 w 9134540"/>
              <a:gd name="connsiteY6" fmla="*/ 42912 h 1278294"/>
              <a:gd name="connsiteX0" fmla="*/ 2252 w 9134540"/>
              <a:gd name="connsiteY0" fmla="*/ 116731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279373 w 9134540"/>
              <a:gd name="connsiteY1" fmla="*/ 1234801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307948 w 9134540"/>
              <a:gd name="connsiteY1" fmla="*/ 1189558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28287"/>
              <a:gd name="connsiteX1" fmla="*/ 6307948 w 9134540"/>
              <a:gd name="connsiteY1" fmla="*/ 1189558 h 1228287"/>
              <a:gd name="connsiteX2" fmla="*/ 9134540 w 9134540"/>
              <a:gd name="connsiteY2" fmla="*/ 0 h 1228287"/>
              <a:gd name="connsiteX3" fmla="*/ 9134540 w 9134540"/>
              <a:gd name="connsiteY3" fmla="*/ 83976 h 1228287"/>
              <a:gd name="connsiteX4" fmla="*/ 6270042 w 9134540"/>
              <a:gd name="connsiteY4" fmla="*/ 1228287 h 1228287"/>
              <a:gd name="connsiteX5" fmla="*/ 65 w 9134540"/>
              <a:gd name="connsiteY5" fmla="*/ 195943 h 1228287"/>
              <a:gd name="connsiteX6" fmla="*/ 2252 w 9134540"/>
              <a:gd name="connsiteY6" fmla="*/ 116731 h 1228287"/>
              <a:gd name="connsiteX0" fmla="*/ 2252 w 9134540"/>
              <a:gd name="connsiteY0" fmla="*/ 116731 h 1266387"/>
              <a:gd name="connsiteX1" fmla="*/ 6307948 w 9134540"/>
              <a:gd name="connsiteY1" fmla="*/ 1189558 h 1266387"/>
              <a:gd name="connsiteX2" fmla="*/ 9134540 w 9134540"/>
              <a:gd name="connsiteY2" fmla="*/ 0 h 1266387"/>
              <a:gd name="connsiteX3" fmla="*/ 9134540 w 9134540"/>
              <a:gd name="connsiteY3" fmla="*/ 83976 h 1266387"/>
              <a:gd name="connsiteX4" fmla="*/ 6315286 w 9134540"/>
              <a:gd name="connsiteY4" fmla="*/ 1266387 h 1266387"/>
              <a:gd name="connsiteX5" fmla="*/ 65 w 9134540"/>
              <a:gd name="connsiteY5" fmla="*/ 195943 h 1266387"/>
              <a:gd name="connsiteX6" fmla="*/ 2252 w 9134540"/>
              <a:gd name="connsiteY6" fmla="*/ 116731 h 1266387"/>
              <a:gd name="connsiteX0" fmla="*/ 2252 w 9134540"/>
              <a:gd name="connsiteY0" fmla="*/ 152450 h 1302106"/>
              <a:gd name="connsiteX1" fmla="*/ 6307948 w 9134540"/>
              <a:gd name="connsiteY1" fmla="*/ 1225277 h 1302106"/>
              <a:gd name="connsiteX2" fmla="*/ 8932134 w 9134540"/>
              <a:gd name="connsiteY2" fmla="*/ 0 h 1302106"/>
              <a:gd name="connsiteX3" fmla="*/ 9134540 w 9134540"/>
              <a:gd name="connsiteY3" fmla="*/ 119695 h 1302106"/>
              <a:gd name="connsiteX4" fmla="*/ 6315286 w 9134540"/>
              <a:gd name="connsiteY4" fmla="*/ 1302106 h 1302106"/>
              <a:gd name="connsiteX5" fmla="*/ 65 w 9134540"/>
              <a:gd name="connsiteY5" fmla="*/ 231662 h 1302106"/>
              <a:gd name="connsiteX6" fmla="*/ 2252 w 9134540"/>
              <a:gd name="connsiteY6" fmla="*/ 152450 h 1302106"/>
              <a:gd name="connsiteX0" fmla="*/ 2252 w 9144066"/>
              <a:gd name="connsiteY0" fmla="*/ 121494 h 1271150"/>
              <a:gd name="connsiteX1" fmla="*/ 6307948 w 9144066"/>
              <a:gd name="connsiteY1" fmla="*/ 1194321 h 1271150"/>
              <a:gd name="connsiteX2" fmla="*/ 9144066 w 9144066"/>
              <a:gd name="connsiteY2" fmla="*/ 0 h 1271150"/>
              <a:gd name="connsiteX3" fmla="*/ 9134540 w 9144066"/>
              <a:gd name="connsiteY3" fmla="*/ 88739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051196 w 9144066"/>
              <a:gd name="connsiteY3" fmla="*/ 236376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141683 w 9144066"/>
              <a:gd name="connsiteY3" fmla="*/ 79214 h 1271150"/>
              <a:gd name="connsiteX4" fmla="*/ 6315286 w 9144066"/>
              <a:gd name="connsiteY4" fmla="*/ 1271150 h 1271150"/>
              <a:gd name="connsiteX5" fmla="*/ 65 w 9144066"/>
              <a:gd name="connsiteY5" fmla="*/ 200706 h 1271150"/>
              <a:gd name="connsiteX6" fmla="*/ 2252 w 9144066"/>
              <a:gd name="connsiteY6" fmla="*/ 121494 h 127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66" h="1271150">
                <a:moveTo>
                  <a:pt x="2252" y="121494"/>
                </a:moveTo>
                <a:lnTo>
                  <a:pt x="6307948" y="1194321"/>
                </a:lnTo>
                <a:lnTo>
                  <a:pt x="9144066" y="0"/>
                </a:lnTo>
                <a:cubicBezTo>
                  <a:pt x="9143272" y="26405"/>
                  <a:pt x="9142477" y="52809"/>
                  <a:pt x="9141683" y="79214"/>
                </a:cubicBezTo>
                <a:lnTo>
                  <a:pt x="6315286" y="1271150"/>
                </a:lnTo>
                <a:lnTo>
                  <a:pt x="65" y="200706"/>
                </a:lnTo>
                <a:cubicBezTo>
                  <a:pt x="0" y="172714"/>
                  <a:pt x="2317" y="149486"/>
                  <a:pt x="2252" y="12149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0C996CE2-80BE-4B21-B32F-1B50115A21C0}"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DC15B-B7CC-45E8-947F-B56FE61EA4C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p:txBody>
          <a:bodyPr/>
          <a:lstStyle/>
          <a:p>
            <a:r>
              <a:rPr lang="en-US" smtClean="0"/>
              <a:t>Click to edit Master title style</a:t>
            </a:r>
            <a:endParaRPr lang="en-US"/>
          </a:p>
        </p:txBody>
      </p:sp>
      <p:sp>
        <p:nvSpPr>
          <p:cNvPr id="10" name="Freeform 9"/>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0C996CE2-80BE-4B21-B32F-1B50115A21C0}"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DDC15B-B7CC-45E8-947F-B56FE61EA4C5}" type="slidenum">
              <a:rPr lang="en-US" smtClean="0"/>
              <a:t>‹#›</a:t>
            </a:fld>
            <a:endParaRPr lang="en-US"/>
          </a:p>
        </p:txBody>
      </p:sp>
      <p:sp>
        <p:nvSpPr>
          <p:cNvPr id="13" name="Content Placeholder 12"/>
          <p:cNvSpPr>
            <a:spLocks noGrp="1"/>
          </p:cNvSpPr>
          <p:nvPr>
            <p:ph sz="quarter" idx="13"/>
          </p:nvPr>
        </p:nvSpPr>
        <p:spPr>
          <a:xfrm>
            <a:off x="685800" y="1536192"/>
            <a:ext cx="3657600"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14"/>
          <p:cNvSpPr>
            <a:spLocks noGrp="1"/>
          </p:cNvSpPr>
          <p:nvPr>
            <p:ph sz="quarter" idx="14"/>
          </p:nvPr>
        </p:nvSpPr>
        <p:spPr>
          <a:xfrm>
            <a:off x="4800600" y="1536192"/>
            <a:ext cx="3657600"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9"/>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1"/>
              </a:gs>
              <a:gs pos="40000">
                <a:schemeClr val="accent1">
                  <a:lumMod val="40000"/>
                  <a:lumOff val="60000"/>
                </a:schemeClr>
              </a:gs>
              <a:gs pos="4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1" name="Freeform 10"/>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3"/>
              </a:gs>
              <a:gs pos="52000">
                <a:schemeClr val="accent3">
                  <a:lumMod val="40000"/>
                  <a:lumOff val="60000"/>
                </a:schemeClr>
              </a:gs>
              <a:gs pos="66000">
                <a:schemeClr val="accent3"/>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85800" y="1535113"/>
            <a:ext cx="3657600" cy="639762"/>
          </a:xfrm>
        </p:spPr>
        <p:txBody>
          <a:bodyPr anchor="b">
            <a:normAutofit/>
          </a:bodyPr>
          <a:lstStyle>
            <a:lvl1pPr marL="0" indent="0">
              <a:buNone/>
              <a:defRPr sz="2000" b="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00600" y="1535113"/>
            <a:ext cx="3657600" cy="639762"/>
          </a:xfrm>
        </p:spPr>
        <p:txBody>
          <a:bodyPr anchor="b">
            <a:normAutofit/>
          </a:bodyPr>
          <a:lstStyle>
            <a:lvl1pPr marL="0" indent="0">
              <a:buNone/>
              <a:defRPr sz="20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Freeform 11"/>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p:cNvSpPr>
            <a:spLocks noGrp="1"/>
          </p:cNvSpPr>
          <p:nvPr>
            <p:ph type="dt" sz="half" idx="10"/>
          </p:nvPr>
        </p:nvSpPr>
        <p:spPr/>
        <p:txBody>
          <a:bodyPr/>
          <a:lstStyle/>
          <a:p>
            <a:fld id="{0C996CE2-80BE-4B21-B32F-1B50115A21C0}" type="datetimeFigureOut">
              <a:rPr lang="en-US" smtClean="0"/>
              <a:t>1/16/2026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DDC15B-B7CC-45E8-947F-B56FE61EA4C5}" type="slidenum">
              <a:rPr lang="en-US" smtClean="0"/>
              <a:t>‹#›</a:t>
            </a:fld>
            <a:endParaRPr lang="en-US"/>
          </a:p>
        </p:txBody>
      </p:sp>
      <p:sp>
        <p:nvSpPr>
          <p:cNvPr id="15" name="Content Placeholder 14"/>
          <p:cNvSpPr>
            <a:spLocks noGrp="1"/>
          </p:cNvSpPr>
          <p:nvPr>
            <p:ph sz="quarter" idx="13"/>
          </p:nvPr>
        </p:nvSpPr>
        <p:spPr>
          <a:xfrm>
            <a:off x="685800" y="2209800"/>
            <a:ext cx="3657600" cy="3200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7" name="Content Placeholder 16"/>
          <p:cNvSpPr>
            <a:spLocks noGrp="1"/>
          </p:cNvSpPr>
          <p:nvPr>
            <p:ph sz="quarter" idx="14"/>
          </p:nvPr>
        </p:nvSpPr>
        <p:spPr>
          <a:xfrm>
            <a:off x="4800600" y="2209800"/>
            <a:ext cx="3657600" cy="3200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5"/>
          <p:cNvSpPr/>
          <p:nvPr/>
        </p:nvSpPr>
        <p:spPr>
          <a:xfrm>
            <a:off x="1" y="5010151"/>
            <a:ext cx="7439025" cy="157162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Lst>
            <a:ahLst/>
            <a:cxnLst>
              <a:cxn ang="0">
                <a:pos x="connsiteX0" y="connsiteY0"/>
              </a:cxn>
              <a:cxn ang="0">
                <a:pos x="connsiteX1" y="connsiteY1"/>
              </a:cxn>
              <a:cxn ang="0">
                <a:pos x="connsiteX2" y="connsiteY2"/>
              </a:cxn>
              <a:cxn ang="0">
                <a:pos x="connsiteX3" y="connsiteY3"/>
              </a:cxn>
            </a:cxnLst>
            <a:rect l="l" t="t" r="r" b="b"/>
            <a:pathLst>
              <a:path w="7415827" h="1571625">
                <a:moveTo>
                  <a:pt x="0" y="0"/>
                </a:moveTo>
                <a:lnTo>
                  <a:pt x="7415827" y="866775"/>
                </a:lnTo>
                <a:lnTo>
                  <a:pt x="0" y="1571625"/>
                </a:lnTo>
                <a:lnTo>
                  <a:pt x="0" y="0"/>
                </a:lnTo>
                <a:close/>
              </a:path>
            </a:pathLst>
          </a:custGeom>
          <a:gradFill>
            <a:gsLst>
              <a:gs pos="0">
                <a:srgbClr val="000000"/>
              </a:gs>
              <a:gs pos="24000">
                <a:srgbClr val="333333"/>
              </a:gs>
              <a:gs pos="90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0" y="5731667"/>
            <a:ext cx="9147178" cy="1126333"/>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818007 h 1075182"/>
              <a:gd name="connsiteX1" fmla="*/ 9124990 w 9144000"/>
              <a:gd name="connsiteY1" fmla="*/ 0 h 1075182"/>
              <a:gd name="connsiteX2" fmla="*/ 9144000 w 9144000"/>
              <a:gd name="connsiteY2" fmla="*/ 1075182 h 1075182"/>
              <a:gd name="connsiteX3" fmla="*/ 0 w 9144000"/>
              <a:gd name="connsiteY3" fmla="*/ 1065657 h 1075182"/>
              <a:gd name="connsiteX4" fmla="*/ 20 w 9144000"/>
              <a:gd name="connsiteY4" fmla="*/ 818007 h 1075182"/>
              <a:gd name="connsiteX0" fmla="*/ 20 w 9124990"/>
              <a:gd name="connsiteY0" fmla="*/ 818007 h 1065657"/>
              <a:gd name="connsiteX1" fmla="*/ 9124990 w 9124990"/>
              <a:gd name="connsiteY1" fmla="*/ 0 h 1065657"/>
              <a:gd name="connsiteX2" fmla="*/ 8854092 w 9124990"/>
              <a:gd name="connsiteY2" fmla="*/ 585026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9122615 w 9124990"/>
              <a:gd name="connsiteY2" fmla="*/ 1063889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8766171 w 9124990"/>
              <a:gd name="connsiteY2" fmla="*/ 508228 h 1065657"/>
              <a:gd name="connsiteX3" fmla="*/ 0 w 9124990"/>
              <a:gd name="connsiteY3" fmla="*/ 1065657 h 1065657"/>
              <a:gd name="connsiteX4" fmla="*/ 20 w 9124990"/>
              <a:gd name="connsiteY4" fmla="*/ 818007 h 1065657"/>
              <a:gd name="connsiteX0" fmla="*/ 20 w 9128161"/>
              <a:gd name="connsiteY0" fmla="*/ 818007 h 1068407"/>
              <a:gd name="connsiteX1" fmla="*/ 9124990 w 9128161"/>
              <a:gd name="connsiteY1" fmla="*/ 0 h 1068407"/>
              <a:gd name="connsiteX2" fmla="*/ 9127369 w 9128161"/>
              <a:gd name="connsiteY2" fmla="*/ 1068407 h 1068407"/>
              <a:gd name="connsiteX3" fmla="*/ 0 w 9128161"/>
              <a:gd name="connsiteY3" fmla="*/ 1065657 h 1068407"/>
              <a:gd name="connsiteX4" fmla="*/ 20 w 9128161"/>
              <a:gd name="connsiteY4" fmla="*/ 818007 h 106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8161" h="1068407">
                <a:moveTo>
                  <a:pt x="20" y="818007"/>
                </a:moveTo>
                <a:lnTo>
                  <a:pt x="9124990" y="0"/>
                </a:lnTo>
                <a:cubicBezTo>
                  <a:pt x="9124198" y="354630"/>
                  <a:pt x="9128161" y="713777"/>
                  <a:pt x="9127369" y="1068407"/>
                </a:cubicBezTo>
                <a:lnTo>
                  <a:pt x="0" y="1065657"/>
                </a:lnTo>
                <a:cubicBezTo>
                  <a:pt x="7" y="983107"/>
                  <a:pt x="13" y="900557"/>
                  <a:pt x="20" y="818007"/>
                </a:cubicBezTo>
                <a:close/>
              </a:path>
            </a:pathLst>
          </a:custGeom>
          <a:gradFill>
            <a:gsLst>
              <a:gs pos="39000">
                <a:schemeClr val="accent1"/>
              </a:gs>
              <a:gs pos="50000">
                <a:schemeClr val="accent1">
                  <a:lumMod val="40000"/>
                  <a:lumOff val="60000"/>
                </a:schemeClr>
              </a:gs>
              <a:gs pos="5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p:txBody>
          <a:bodyPr/>
          <a:lstStyle/>
          <a:p>
            <a:r>
              <a:rPr lang="en-US" smtClean="0"/>
              <a:t>Click to edit Master title style</a:t>
            </a:r>
            <a:endParaRPr lang="en-US"/>
          </a:p>
        </p:txBody>
      </p:sp>
      <p:sp>
        <p:nvSpPr>
          <p:cNvPr id="8" name="Freeform 7"/>
          <p:cNvSpPr/>
          <p:nvPr/>
        </p:nvSpPr>
        <p:spPr>
          <a:xfrm>
            <a:off x="0" y="4973410"/>
            <a:ext cx="7674867" cy="928299"/>
          </a:xfrm>
          <a:custGeom>
            <a:avLst/>
            <a:gdLst>
              <a:gd name="connsiteX0" fmla="*/ 0 w 7548466"/>
              <a:gd name="connsiteY0" fmla="*/ 0 h 933061"/>
              <a:gd name="connsiteX1" fmla="*/ 9331 w 7548466"/>
              <a:gd name="connsiteY1" fmla="*/ 65314 h 933061"/>
              <a:gd name="connsiteX2" fmla="*/ 7221894 w 7548466"/>
              <a:gd name="connsiteY2" fmla="*/ 933061 h 933061"/>
              <a:gd name="connsiteX3" fmla="*/ 7548466 w 7548466"/>
              <a:gd name="connsiteY3" fmla="*/ 914400 h 933061"/>
              <a:gd name="connsiteX4" fmla="*/ 0 w 7548466"/>
              <a:gd name="connsiteY4" fmla="*/ 0 h 933061"/>
              <a:gd name="connsiteX0" fmla="*/ 131163 w 7539135"/>
              <a:gd name="connsiteY0" fmla="*/ 0 h 1042598"/>
              <a:gd name="connsiteX1" fmla="*/ 0 w 7539135"/>
              <a:gd name="connsiteY1" fmla="*/ 174851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0 w 7407972"/>
              <a:gd name="connsiteY0" fmla="*/ 0 h 1042598"/>
              <a:gd name="connsiteX1" fmla="*/ 85531 w 7407972"/>
              <a:gd name="connsiteY1" fmla="*/ 134370 h 1042598"/>
              <a:gd name="connsiteX2" fmla="*/ 7081400 w 7407972"/>
              <a:gd name="connsiteY2" fmla="*/ 1042598 h 1042598"/>
              <a:gd name="connsiteX3" fmla="*/ 7407972 w 7407972"/>
              <a:gd name="connsiteY3" fmla="*/ 1023937 h 1042598"/>
              <a:gd name="connsiteX4" fmla="*/ 0 w 7407972"/>
              <a:gd name="connsiteY4" fmla="*/ 0 h 1042598"/>
              <a:gd name="connsiteX0" fmla="*/ 131163 w 7539135"/>
              <a:gd name="connsiteY0" fmla="*/ 0 h 1042598"/>
              <a:gd name="connsiteX1" fmla="*/ 0 w 7539135"/>
              <a:gd name="connsiteY1" fmla="*/ 193902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59725 w 7539135"/>
              <a:gd name="connsiteY0" fmla="*/ 0 h 892580"/>
              <a:gd name="connsiteX1" fmla="*/ 0 w 7539135"/>
              <a:gd name="connsiteY1" fmla="*/ 43884 h 892580"/>
              <a:gd name="connsiteX2" fmla="*/ 7212563 w 7539135"/>
              <a:gd name="connsiteY2" fmla="*/ 892580 h 892580"/>
              <a:gd name="connsiteX3" fmla="*/ 7539135 w 7539135"/>
              <a:gd name="connsiteY3" fmla="*/ 873919 h 892580"/>
              <a:gd name="connsiteX4" fmla="*/ 59725 w 7539135"/>
              <a:gd name="connsiteY4" fmla="*/ 0 h 892580"/>
              <a:gd name="connsiteX0" fmla="*/ 194 w 7539135"/>
              <a:gd name="connsiteY0" fmla="*/ 0 h 923536"/>
              <a:gd name="connsiteX1" fmla="*/ 0 w 7539135"/>
              <a:gd name="connsiteY1" fmla="*/ 74840 h 923536"/>
              <a:gd name="connsiteX2" fmla="*/ 7212563 w 7539135"/>
              <a:gd name="connsiteY2" fmla="*/ 923536 h 923536"/>
              <a:gd name="connsiteX3" fmla="*/ 7539135 w 7539135"/>
              <a:gd name="connsiteY3" fmla="*/ 904875 h 923536"/>
              <a:gd name="connsiteX4" fmla="*/ 194 w 7539135"/>
              <a:gd name="connsiteY4" fmla="*/ 0 h 923536"/>
              <a:gd name="connsiteX0" fmla="*/ 194 w 7539135"/>
              <a:gd name="connsiteY0" fmla="*/ 0 h 904875"/>
              <a:gd name="connsiteX1" fmla="*/ 0 w 7539135"/>
              <a:gd name="connsiteY1" fmla="*/ 74840 h 904875"/>
              <a:gd name="connsiteX2" fmla="*/ 7212563 w 7539135"/>
              <a:gd name="connsiteY2" fmla="*/ 883055 h 904875"/>
              <a:gd name="connsiteX3" fmla="*/ 7539135 w 7539135"/>
              <a:gd name="connsiteY3" fmla="*/ 904875 h 904875"/>
              <a:gd name="connsiteX4" fmla="*/ 194 w 7539135"/>
              <a:gd name="connsiteY4" fmla="*/ 0 h 904875"/>
              <a:gd name="connsiteX0" fmla="*/ 194 w 7703442"/>
              <a:gd name="connsiteY0" fmla="*/ 0 h 1016794"/>
              <a:gd name="connsiteX1" fmla="*/ 0 w 7703442"/>
              <a:gd name="connsiteY1" fmla="*/ 74840 h 1016794"/>
              <a:gd name="connsiteX2" fmla="*/ 7212563 w 7703442"/>
              <a:gd name="connsiteY2" fmla="*/ 883055 h 1016794"/>
              <a:gd name="connsiteX3" fmla="*/ 7703442 w 7703442"/>
              <a:gd name="connsiteY3" fmla="*/ 1016794 h 1016794"/>
              <a:gd name="connsiteX4" fmla="*/ 194 w 7703442"/>
              <a:gd name="connsiteY4" fmla="*/ 0 h 1016794"/>
              <a:gd name="connsiteX0" fmla="*/ 194 w 7674867"/>
              <a:gd name="connsiteY0" fmla="*/ 0 h 897731"/>
              <a:gd name="connsiteX1" fmla="*/ 0 w 7674867"/>
              <a:gd name="connsiteY1" fmla="*/ 74840 h 897731"/>
              <a:gd name="connsiteX2" fmla="*/ 7212563 w 7674867"/>
              <a:gd name="connsiteY2" fmla="*/ 883055 h 897731"/>
              <a:gd name="connsiteX3" fmla="*/ 7674867 w 7674867"/>
              <a:gd name="connsiteY3" fmla="*/ 897731 h 897731"/>
              <a:gd name="connsiteX4" fmla="*/ 194 w 7674867"/>
              <a:gd name="connsiteY4" fmla="*/ 0 h 897731"/>
              <a:gd name="connsiteX0" fmla="*/ 194 w 7674867"/>
              <a:gd name="connsiteY0" fmla="*/ 0 h 930680"/>
              <a:gd name="connsiteX1" fmla="*/ 0 w 7674867"/>
              <a:gd name="connsiteY1" fmla="*/ 74840 h 930680"/>
              <a:gd name="connsiteX2" fmla="*/ 7293526 w 7674867"/>
              <a:gd name="connsiteY2" fmla="*/ 930680 h 930680"/>
              <a:gd name="connsiteX3" fmla="*/ 7674867 w 7674867"/>
              <a:gd name="connsiteY3" fmla="*/ 897731 h 930680"/>
              <a:gd name="connsiteX4" fmla="*/ 194 w 7674867"/>
              <a:gd name="connsiteY4" fmla="*/ 0 h 930680"/>
              <a:gd name="connsiteX0" fmla="*/ 194 w 7674867"/>
              <a:gd name="connsiteY0" fmla="*/ 0 h 897731"/>
              <a:gd name="connsiteX1" fmla="*/ 0 w 7674867"/>
              <a:gd name="connsiteY1" fmla="*/ 74840 h 897731"/>
              <a:gd name="connsiteX2" fmla="*/ 7293526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38758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98289 w 7674867"/>
              <a:gd name="connsiteY2" fmla="*/ 661599 h 897731"/>
              <a:gd name="connsiteX3" fmla="*/ 7674867 w 7674867"/>
              <a:gd name="connsiteY3" fmla="*/ 897731 h 897731"/>
              <a:gd name="connsiteX4" fmla="*/ 194 w 7674867"/>
              <a:gd name="connsiteY4" fmla="*/ 0 h 897731"/>
              <a:gd name="connsiteX0" fmla="*/ 194 w 7674867"/>
              <a:gd name="connsiteY0" fmla="*/ 0 h 928299"/>
              <a:gd name="connsiteX1" fmla="*/ 0 w 7674867"/>
              <a:gd name="connsiteY1" fmla="*/ 74840 h 928299"/>
              <a:gd name="connsiteX2" fmla="*/ 7298289 w 7674867"/>
              <a:gd name="connsiteY2" fmla="*/ 928299 h 928299"/>
              <a:gd name="connsiteX3" fmla="*/ 7674867 w 7674867"/>
              <a:gd name="connsiteY3" fmla="*/ 897731 h 928299"/>
              <a:gd name="connsiteX4" fmla="*/ 194 w 7674867"/>
              <a:gd name="connsiteY4" fmla="*/ 0 h 928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74867" h="928299">
                <a:moveTo>
                  <a:pt x="194" y="0"/>
                </a:moveTo>
                <a:cubicBezTo>
                  <a:pt x="129" y="24947"/>
                  <a:pt x="65" y="49893"/>
                  <a:pt x="0" y="74840"/>
                </a:cubicBezTo>
                <a:lnTo>
                  <a:pt x="7298289" y="928299"/>
                </a:lnTo>
                <a:lnTo>
                  <a:pt x="7674867" y="897731"/>
                </a:lnTo>
                <a:lnTo>
                  <a:pt x="194"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2382" y="5696242"/>
            <a:ext cx="9146382" cy="930294"/>
          </a:xfrm>
          <a:custGeom>
            <a:avLst/>
            <a:gdLst>
              <a:gd name="connsiteX0" fmla="*/ 9153331 w 9153331"/>
              <a:gd name="connsiteY0" fmla="*/ 0 h 951723"/>
              <a:gd name="connsiteX1" fmla="*/ 0 w 9153331"/>
              <a:gd name="connsiteY1" fmla="*/ 867747 h 951723"/>
              <a:gd name="connsiteX2" fmla="*/ 0 w 9153331"/>
              <a:gd name="connsiteY2" fmla="*/ 951723 h 951723"/>
              <a:gd name="connsiteX3" fmla="*/ 9153331 w 9153331"/>
              <a:gd name="connsiteY3" fmla="*/ 83976 h 951723"/>
              <a:gd name="connsiteX4" fmla="*/ 9153331 w 9153331"/>
              <a:gd name="connsiteY4" fmla="*/ 0 h 951723"/>
              <a:gd name="connsiteX0" fmla="*/ 9153331 w 9153331"/>
              <a:gd name="connsiteY0" fmla="*/ 0 h 951723"/>
              <a:gd name="connsiteX1" fmla="*/ 107265 w 9153331"/>
              <a:gd name="connsiteY1" fmla="*/ 901085 h 951723"/>
              <a:gd name="connsiteX2" fmla="*/ 0 w 9153331"/>
              <a:gd name="connsiteY2" fmla="*/ 951723 h 951723"/>
              <a:gd name="connsiteX3" fmla="*/ 9153331 w 9153331"/>
              <a:gd name="connsiteY3" fmla="*/ 83976 h 951723"/>
              <a:gd name="connsiteX4" fmla="*/ 9153331 w 9153331"/>
              <a:gd name="connsiteY4" fmla="*/ 0 h 951723"/>
              <a:gd name="connsiteX0" fmla="*/ 9155715 w 9155715"/>
              <a:gd name="connsiteY0" fmla="*/ 0 h 951723"/>
              <a:gd name="connsiteX1" fmla="*/ 0 w 9155715"/>
              <a:gd name="connsiteY1" fmla="*/ 865366 h 951723"/>
              <a:gd name="connsiteX2" fmla="*/ 2384 w 9155715"/>
              <a:gd name="connsiteY2" fmla="*/ 951723 h 951723"/>
              <a:gd name="connsiteX3" fmla="*/ 9155715 w 9155715"/>
              <a:gd name="connsiteY3" fmla="*/ 83976 h 951723"/>
              <a:gd name="connsiteX4" fmla="*/ 9155715 w 9155715"/>
              <a:gd name="connsiteY4" fmla="*/ 0 h 951723"/>
              <a:gd name="connsiteX0" fmla="*/ 9155715 w 9155715"/>
              <a:gd name="connsiteY0" fmla="*/ 0 h 894573"/>
              <a:gd name="connsiteX1" fmla="*/ 0 w 9155715"/>
              <a:gd name="connsiteY1" fmla="*/ 865366 h 894573"/>
              <a:gd name="connsiteX2" fmla="*/ 197847 w 9155715"/>
              <a:gd name="connsiteY2" fmla="*/ 894573 h 894573"/>
              <a:gd name="connsiteX3" fmla="*/ 9155715 w 9155715"/>
              <a:gd name="connsiteY3" fmla="*/ 83976 h 894573"/>
              <a:gd name="connsiteX4" fmla="*/ 9155715 w 9155715"/>
              <a:gd name="connsiteY4" fmla="*/ 0 h 894573"/>
              <a:gd name="connsiteX0" fmla="*/ 9155715 w 9155715"/>
              <a:gd name="connsiteY0" fmla="*/ 0 h 946961"/>
              <a:gd name="connsiteX1" fmla="*/ 0 w 9155715"/>
              <a:gd name="connsiteY1" fmla="*/ 865366 h 946961"/>
              <a:gd name="connsiteX2" fmla="*/ 4768 w 9155715"/>
              <a:gd name="connsiteY2" fmla="*/ 946961 h 946961"/>
              <a:gd name="connsiteX3" fmla="*/ 9155715 w 9155715"/>
              <a:gd name="connsiteY3" fmla="*/ 83976 h 946961"/>
              <a:gd name="connsiteX4" fmla="*/ 9155715 w 9155715"/>
              <a:gd name="connsiteY4" fmla="*/ 0 h 946961"/>
              <a:gd name="connsiteX0" fmla="*/ 9155715 w 9155715"/>
              <a:gd name="connsiteY0" fmla="*/ 0 h 894574"/>
              <a:gd name="connsiteX1" fmla="*/ 0 w 9155715"/>
              <a:gd name="connsiteY1" fmla="*/ 865366 h 894574"/>
              <a:gd name="connsiteX2" fmla="*/ 97732 w 9155715"/>
              <a:gd name="connsiteY2" fmla="*/ 894574 h 894574"/>
              <a:gd name="connsiteX3" fmla="*/ 9155715 w 9155715"/>
              <a:gd name="connsiteY3" fmla="*/ 83976 h 894574"/>
              <a:gd name="connsiteX4" fmla="*/ 9155715 w 9155715"/>
              <a:gd name="connsiteY4" fmla="*/ 0 h 894574"/>
              <a:gd name="connsiteX0" fmla="*/ 9155715 w 9155715"/>
              <a:gd name="connsiteY0" fmla="*/ 0 h 939818"/>
              <a:gd name="connsiteX1" fmla="*/ 0 w 9155715"/>
              <a:gd name="connsiteY1" fmla="*/ 865366 h 939818"/>
              <a:gd name="connsiteX2" fmla="*/ 2384 w 9155715"/>
              <a:gd name="connsiteY2" fmla="*/ 939818 h 939818"/>
              <a:gd name="connsiteX3" fmla="*/ 9155715 w 9155715"/>
              <a:gd name="connsiteY3" fmla="*/ 83976 h 939818"/>
              <a:gd name="connsiteX4" fmla="*/ 9155715 w 9155715"/>
              <a:gd name="connsiteY4" fmla="*/ 0 h 939818"/>
              <a:gd name="connsiteX0" fmla="*/ 9015078 w 9155715"/>
              <a:gd name="connsiteY0" fmla="*/ 0 h 873143"/>
              <a:gd name="connsiteX1" fmla="*/ 0 w 9155715"/>
              <a:gd name="connsiteY1" fmla="*/ 798691 h 873143"/>
              <a:gd name="connsiteX2" fmla="*/ 2384 w 9155715"/>
              <a:gd name="connsiteY2" fmla="*/ 873143 h 873143"/>
              <a:gd name="connsiteX3" fmla="*/ 9155715 w 9155715"/>
              <a:gd name="connsiteY3" fmla="*/ 17301 h 873143"/>
              <a:gd name="connsiteX4" fmla="*/ 9015078 w 9155715"/>
              <a:gd name="connsiteY4" fmla="*/ 0 h 873143"/>
              <a:gd name="connsiteX0" fmla="*/ 9160482 w 9160482"/>
              <a:gd name="connsiteY0" fmla="*/ 0 h 930293"/>
              <a:gd name="connsiteX1" fmla="*/ 0 w 9160482"/>
              <a:gd name="connsiteY1" fmla="*/ 855841 h 930293"/>
              <a:gd name="connsiteX2" fmla="*/ 2384 w 9160482"/>
              <a:gd name="connsiteY2" fmla="*/ 930293 h 930293"/>
              <a:gd name="connsiteX3" fmla="*/ 9155715 w 9160482"/>
              <a:gd name="connsiteY3" fmla="*/ 74451 h 930293"/>
              <a:gd name="connsiteX4" fmla="*/ 9160482 w 9160482"/>
              <a:gd name="connsiteY4" fmla="*/ 0 h 930293"/>
              <a:gd name="connsiteX0" fmla="*/ 9072286 w 9155715"/>
              <a:gd name="connsiteY0" fmla="*/ 0 h 885050"/>
              <a:gd name="connsiteX1" fmla="*/ 0 w 9155715"/>
              <a:gd name="connsiteY1" fmla="*/ 810598 h 885050"/>
              <a:gd name="connsiteX2" fmla="*/ 2384 w 9155715"/>
              <a:gd name="connsiteY2" fmla="*/ 885050 h 885050"/>
              <a:gd name="connsiteX3" fmla="*/ 9155715 w 9155715"/>
              <a:gd name="connsiteY3" fmla="*/ 29208 h 885050"/>
              <a:gd name="connsiteX4" fmla="*/ 9072286 w 9155715"/>
              <a:gd name="connsiteY4" fmla="*/ 0 h 885050"/>
              <a:gd name="connsiteX0" fmla="*/ 9155715 w 9155715"/>
              <a:gd name="connsiteY0" fmla="*/ 0 h 930294"/>
              <a:gd name="connsiteX1" fmla="*/ 0 w 9155715"/>
              <a:gd name="connsiteY1" fmla="*/ 855842 h 930294"/>
              <a:gd name="connsiteX2" fmla="*/ 2384 w 9155715"/>
              <a:gd name="connsiteY2" fmla="*/ 930294 h 930294"/>
              <a:gd name="connsiteX3" fmla="*/ 9155715 w 9155715"/>
              <a:gd name="connsiteY3" fmla="*/ 74452 h 930294"/>
              <a:gd name="connsiteX4" fmla="*/ 9155715 w 9155715"/>
              <a:gd name="connsiteY4" fmla="*/ 0 h 93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5715" h="930294">
                <a:moveTo>
                  <a:pt x="9155715" y="0"/>
                </a:moveTo>
                <a:lnTo>
                  <a:pt x="0" y="855842"/>
                </a:lnTo>
                <a:cubicBezTo>
                  <a:pt x="795" y="884628"/>
                  <a:pt x="1589" y="901508"/>
                  <a:pt x="2384" y="930294"/>
                </a:cubicBezTo>
                <a:lnTo>
                  <a:pt x="9155715" y="74452"/>
                </a:lnTo>
                <a:lnTo>
                  <a:pt x="9155715"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p:cNvSpPr>
            <a:spLocks noGrp="1"/>
          </p:cNvSpPr>
          <p:nvPr>
            <p:ph type="dt" sz="half" idx="10"/>
          </p:nvPr>
        </p:nvSpPr>
        <p:spPr/>
        <p:txBody>
          <a:bodyPr/>
          <a:lstStyle/>
          <a:p>
            <a:fld id="{0C996CE2-80BE-4B21-B32F-1B50115A21C0}" type="datetimeFigureOut">
              <a:rPr lang="en-US" smtClean="0"/>
              <a:t>1/16/2026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DDC15B-B7CC-45E8-947F-B56FE61EA4C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reeform 4"/>
          <p:cNvSpPr/>
          <p:nvPr/>
        </p:nvSpPr>
        <p:spPr>
          <a:xfrm>
            <a:off x="0" y="5731667"/>
            <a:ext cx="9147178" cy="1126333"/>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818007 h 1075182"/>
              <a:gd name="connsiteX1" fmla="*/ 9124990 w 9144000"/>
              <a:gd name="connsiteY1" fmla="*/ 0 h 1075182"/>
              <a:gd name="connsiteX2" fmla="*/ 9144000 w 9144000"/>
              <a:gd name="connsiteY2" fmla="*/ 1075182 h 1075182"/>
              <a:gd name="connsiteX3" fmla="*/ 0 w 9144000"/>
              <a:gd name="connsiteY3" fmla="*/ 1065657 h 1075182"/>
              <a:gd name="connsiteX4" fmla="*/ 20 w 9144000"/>
              <a:gd name="connsiteY4" fmla="*/ 818007 h 1075182"/>
              <a:gd name="connsiteX0" fmla="*/ 20 w 9124990"/>
              <a:gd name="connsiteY0" fmla="*/ 818007 h 1065657"/>
              <a:gd name="connsiteX1" fmla="*/ 9124990 w 9124990"/>
              <a:gd name="connsiteY1" fmla="*/ 0 h 1065657"/>
              <a:gd name="connsiteX2" fmla="*/ 8854092 w 9124990"/>
              <a:gd name="connsiteY2" fmla="*/ 585026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9122615 w 9124990"/>
              <a:gd name="connsiteY2" fmla="*/ 1063889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8766171 w 9124990"/>
              <a:gd name="connsiteY2" fmla="*/ 508228 h 1065657"/>
              <a:gd name="connsiteX3" fmla="*/ 0 w 9124990"/>
              <a:gd name="connsiteY3" fmla="*/ 1065657 h 1065657"/>
              <a:gd name="connsiteX4" fmla="*/ 20 w 9124990"/>
              <a:gd name="connsiteY4" fmla="*/ 818007 h 1065657"/>
              <a:gd name="connsiteX0" fmla="*/ 20 w 9128161"/>
              <a:gd name="connsiteY0" fmla="*/ 818007 h 1068407"/>
              <a:gd name="connsiteX1" fmla="*/ 9124990 w 9128161"/>
              <a:gd name="connsiteY1" fmla="*/ 0 h 1068407"/>
              <a:gd name="connsiteX2" fmla="*/ 9127369 w 9128161"/>
              <a:gd name="connsiteY2" fmla="*/ 1068407 h 1068407"/>
              <a:gd name="connsiteX3" fmla="*/ 0 w 9128161"/>
              <a:gd name="connsiteY3" fmla="*/ 1065657 h 1068407"/>
              <a:gd name="connsiteX4" fmla="*/ 20 w 9128161"/>
              <a:gd name="connsiteY4" fmla="*/ 818007 h 106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8161" h="1068407">
                <a:moveTo>
                  <a:pt x="20" y="818007"/>
                </a:moveTo>
                <a:lnTo>
                  <a:pt x="9124990" y="0"/>
                </a:lnTo>
                <a:cubicBezTo>
                  <a:pt x="9124198" y="354630"/>
                  <a:pt x="9128161" y="713777"/>
                  <a:pt x="9127369" y="1068407"/>
                </a:cubicBezTo>
                <a:lnTo>
                  <a:pt x="0" y="1065657"/>
                </a:lnTo>
                <a:cubicBezTo>
                  <a:pt x="7" y="983107"/>
                  <a:pt x="13" y="900557"/>
                  <a:pt x="20" y="818007"/>
                </a:cubicBezTo>
                <a:close/>
              </a:path>
            </a:pathLst>
          </a:custGeom>
          <a:gradFill>
            <a:gsLst>
              <a:gs pos="39000">
                <a:schemeClr val="accent3"/>
              </a:gs>
              <a:gs pos="50000">
                <a:schemeClr val="accent3">
                  <a:lumMod val="40000"/>
                  <a:lumOff val="60000"/>
                </a:schemeClr>
              </a:gs>
              <a:gs pos="5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6" name="Freeform 5"/>
          <p:cNvSpPr/>
          <p:nvPr/>
        </p:nvSpPr>
        <p:spPr>
          <a:xfrm>
            <a:off x="0" y="5381627"/>
            <a:ext cx="3286124" cy="1207294"/>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6996854"/>
              <a:gd name="connsiteY0" fmla="*/ 0 h 1571625"/>
              <a:gd name="connsiteX1" fmla="*/ 6996854 w 6996854"/>
              <a:gd name="connsiteY1" fmla="*/ 1266825 h 1571625"/>
              <a:gd name="connsiteX2" fmla="*/ 0 w 6996854"/>
              <a:gd name="connsiteY2" fmla="*/ 1571625 h 1571625"/>
              <a:gd name="connsiteX3" fmla="*/ 0 w 6996854"/>
              <a:gd name="connsiteY3" fmla="*/ 0 h 1571625"/>
              <a:gd name="connsiteX0" fmla="*/ 0 w 7583417"/>
              <a:gd name="connsiteY0" fmla="*/ 0 h 800100"/>
              <a:gd name="connsiteX1" fmla="*/ 7583417 w 7583417"/>
              <a:gd name="connsiteY1" fmla="*/ 495300 h 800100"/>
              <a:gd name="connsiteX2" fmla="*/ 586563 w 7583417"/>
              <a:gd name="connsiteY2" fmla="*/ 800100 h 800100"/>
              <a:gd name="connsiteX3" fmla="*/ 0 w 7583417"/>
              <a:gd name="connsiteY3" fmla="*/ 0 h 800100"/>
              <a:gd name="connsiteX0" fmla="*/ 0 w 7017803"/>
              <a:gd name="connsiteY0" fmla="*/ 0 h 1200150"/>
              <a:gd name="connsiteX1" fmla="*/ 7017803 w 7017803"/>
              <a:gd name="connsiteY1" fmla="*/ 895350 h 1200150"/>
              <a:gd name="connsiteX2" fmla="*/ 20949 w 7017803"/>
              <a:gd name="connsiteY2" fmla="*/ 1200150 h 1200150"/>
              <a:gd name="connsiteX3" fmla="*/ 0 w 7017803"/>
              <a:gd name="connsiteY3" fmla="*/ 0 h 1200150"/>
              <a:gd name="connsiteX0" fmla="*/ 0 w 6410292"/>
              <a:gd name="connsiteY0" fmla="*/ 0 h 1752600"/>
              <a:gd name="connsiteX1" fmla="*/ 6410292 w 6410292"/>
              <a:gd name="connsiteY1" fmla="*/ 1752600 h 1752600"/>
              <a:gd name="connsiteX2" fmla="*/ 20949 w 6410292"/>
              <a:gd name="connsiteY2" fmla="*/ 1200150 h 1752600"/>
              <a:gd name="connsiteX3" fmla="*/ 0 w 6410292"/>
              <a:gd name="connsiteY3" fmla="*/ 0 h 1752600"/>
              <a:gd name="connsiteX0" fmla="*/ 0 w 7227290"/>
              <a:gd name="connsiteY0" fmla="*/ 0 h 1200150"/>
              <a:gd name="connsiteX1" fmla="*/ 7227290 w 7227290"/>
              <a:gd name="connsiteY1" fmla="*/ 885825 h 1200150"/>
              <a:gd name="connsiteX2" fmla="*/ 20949 w 7227290"/>
              <a:gd name="connsiteY2" fmla="*/ 1200150 h 1200150"/>
              <a:gd name="connsiteX3" fmla="*/ 0 w 7227290"/>
              <a:gd name="connsiteY3" fmla="*/ 0 h 1200150"/>
              <a:gd name="connsiteX0" fmla="*/ 0 w 7227290"/>
              <a:gd name="connsiteY0" fmla="*/ 0 h 885825"/>
              <a:gd name="connsiteX1" fmla="*/ 7227290 w 7227290"/>
              <a:gd name="connsiteY1" fmla="*/ 885825 h 885825"/>
              <a:gd name="connsiteX2" fmla="*/ 555141 w 7227290"/>
              <a:gd name="connsiteY2" fmla="*/ 862013 h 885825"/>
              <a:gd name="connsiteX3" fmla="*/ 0 w 7227290"/>
              <a:gd name="connsiteY3" fmla="*/ 0 h 885825"/>
              <a:gd name="connsiteX0" fmla="*/ 0 w 7227290"/>
              <a:gd name="connsiteY0" fmla="*/ 0 h 1207294"/>
              <a:gd name="connsiteX1" fmla="*/ 7227290 w 7227290"/>
              <a:gd name="connsiteY1" fmla="*/ 885825 h 1207294"/>
              <a:gd name="connsiteX2" fmla="*/ 0 w 7227290"/>
              <a:gd name="connsiteY2" fmla="*/ 1207294 h 1207294"/>
              <a:gd name="connsiteX3" fmla="*/ 0 w 7227290"/>
              <a:gd name="connsiteY3" fmla="*/ 0 h 1207294"/>
            </a:gdLst>
            <a:ahLst/>
            <a:cxnLst>
              <a:cxn ang="0">
                <a:pos x="connsiteX0" y="connsiteY0"/>
              </a:cxn>
              <a:cxn ang="0">
                <a:pos x="connsiteX1" y="connsiteY1"/>
              </a:cxn>
              <a:cxn ang="0">
                <a:pos x="connsiteX2" y="connsiteY2"/>
              </a:cxn>
              <a:cxn ang="0">
                <a:pos x="connsiteX3" y="connsiteY3"/>
              </a:cxn>
            </a:cxnLst>
            <a:rect l="l" t="t" r="r" b="b"/>
            <a:pathLst>
              <a:path w="7227290" h="1207294">
                <a:moveTo>
                  <a:pt x="0" y="0"/>
                </a:moveTo>
                <a:lnTo>
                  <a:pt x="7227290" y="885825"/>
                </a:lnTo>
                <a:lnTo>
                  <a:pt x="0" y="1207294"/>
                </a:lnTo>
                <a:lnTo>
                  <a:pt x="0" y="0"/>
                </a:lnTo>
                <a:close/>
              </a:path>
            </a:pathLst>
          </a:custGeom>
          <a:gradFill>
            <a:gsLst>
              <a:gs pos="0">
                <a:srgbClr val="000000"/>
              </a:gs>
              <a:gs pos="24000">
                <a:srgbClr val="333333"/>
              </a:gs>
              <a:gs pos="90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2382" y="5696242"/>
            <a:ext cx="9146382" cy="930294"/>
          </a:xfrm>
          <a:custGeom>
            <a:avLst/>
            <a:gdLst>
              <a:gd name="connsiteX0" fmla="*/ 9153331 w 9153331"/>
              <a:gd name="connsiteY0" fmla="*/ 0 h 951723"/>
              <a:gd name="connsiteX1" fmla="*/ 0 w 9153331"/>
              <a:gd name="connsiteY1" fmla="*/ 867747 h 951723"/>
              <a:gd name="connsiteX2" fmla="*/ 0 w 9153331"/>
              <a:gd name="connsiteY2" fmla="*/ 951723 h 951723"/>
              <a:gd name="connsiteX3" fmla="*/ 9153331 w 9153331"/>
              <a:gd name="connsiteY3" fmla="*/ 83976 h 951723"/>
              <a:gd name="connsiteX4" fmla="*/ 9153331 w 9153331"/>
              <a:gd name="connsiteY4" fmla="*/ 0 h 951723"/>
              <a:gd name="connsiteX0" fmla="*/ 9153331 w 9153331"/>
              <a:gd name="connsiteY0" fmla="*/ 0 h 951723"/>
              <a:gd name="connsiteX1" fmla="*/ 107265 w 9153331"/>
              <a:gd name="connsiteY1" fmla="*/ 901085 h 951723"/>
              <a:gd name="connsiteX2" fmla="*/ 0 w 9153331"/>
              <a:gd name="connsiteY2" fmla="*/ 951723 h 951723"/>
              <a:gd name="connsiteX3" fmla="*/ 9153331 w 9153331"/>
              <a:gd name="connsiteY3" fmla="*/ 83976 h 951723"/>
              <a:gd name="connsiteX4" fmla="*/ 9153331 w 9153331"/>
              <a:gd name="connsiteY4" fmla="*/ 0 h 951723"/>
              <a:gd name="connsiteX0" fmla="*/ 9155715 w 9155715"/>
              <a:gd name="connsiteY0" fmla="*/ 0 h 951723"/>
              <a:gd name="connsiteX1" fmla="*/ 0 w 9155715"/>
              <a:gd name="connsiteY1" fmla="*/ 865366 h 951723"/>
              <a:gd name="connsiteX2" fmla="*/ 2384 w 9155715"/>
              <a:gd name="connsiteY2" fmla="*/ 951723 h 951723"/>
              <a:gd name="connsiteX3" fmla="*/ 9155715 w 9155715"/>
              <a:gd name="connsiteY3" fmla="*/ 83976 h 951723"/>
              <a:gd name="connsiteX4" fmla="*/ 9155715 w 9155715"/>
              <a:gd name="connsiteY4" fmla="*/ 0 h 951723"/>
              <a:gd name="connsiteX0" fmla="*/ 9155715 w 9155715"/>
              <a:gd name="connsiteY0" fmla="*/ 0 h 894573"/>
              <a:gd name="connsiteX1" fmla="*/ 0 w 9155715"/>
              <a:gd name="connsiteY1" fmla="*/ 865366 h 894573"/>
              <a:gd name="connsiteX2" fmla="*/ 197847 w 9155715"/>
              <a:gd name="connsiteY2" fmla="*/ 894573 h 894573"/>
              <a:gd name="connsiteX3" fmla="*/ 9155715 w 9155715"/>
              <a:gd name="connsiteY3" fmla="*/ 83976 h 894573"/>
              <a:gd name="connsiteX4" fmla="*/ 9155715 w 9155715"/>
              <a:gd name="connsiteY4" fmla="*/ 0 h 894573"/>
              <a:gd name="connsiteX0" fmla="*/ 9155715 w 9155715"/>
              <a:gd name="connsiteY0" fmla="*/ 0 h 946961"/>
              <a:gd name="connsiteX1" fmla="*/ 0 w 9155715"/>
              <a:gd name="connsiteY1" fmla="*/ 865366 h 946961"/>
              <a:gd name="connsiteX2" fmla="*/ 4768 w 9155715"/>
              <a:gd name="connsiteY2" fmla="*/ 946961 h 946961"/>
              <a:gd name="connsiteX3" fmla="*/ 9155715 w 9155715"/>
              <a:gd name="connsiteY3" fmla="*/ 83976 h 946961"/>
              <a:gd name="connsiteX4" fmla="*/ 9155715 w 9155715"/>
              <a:gd name="connsiteY4" fmla="*/ 0 h 946961"/>
              <a:gd name="connsiteX0" fmla="*/ 9155715 w 9155715"/>
              <a:gd name="connsiteY0" fmla="*/ 0 h 894574"/>
              <a:gd name="connsiteX1" fmla="*/ 0 w 9155715"/>
              <a:gd name="connsiteY1" fmla="*/ 865366 h 894574"/>
              <a:gd name="connsiteX2" fmla="*/ 97732 w 9155715"/>
              <a:gd name="connsiteY2" fmla="*/ 894574 h 894574"/>
              <a:gd name="connsiteX3" fmla="*/ 9155715 w 9155715"/>
              <a:gd name="connsiteY3" fmla="*/ 83976 h 894574"/>
              <a:gd name="connsiteX4" fmla="*/ 9155715 w 9155715"/>
              <a:gd name="connsiteY4" fmla="*/ 0 h 894574"/>
              <a:gd name="connsiteX0" fmla="*/ 9155715 w 9155715"/>
              <a:gd name="connsiteY0" fmla="*/ 0 h 939818"/>
              <a:gd name="connsiteX1" fmla="*/ 0 w 9155715"/>
              <a:gd name="connsiteY1" fmla="*/ 865366 h 939818"/>
              <a:gd name="connsiteX2" fmla="*/ 2384 w 9155715"/>
              <a:gd name="connsiteY2" fmla="*/ 939818 h 939818"/>
              <a:gd name="connsiteX3" fmla="*/ 9155715 w 9155715"/>
              <a:gd name="connsiteY3" fmla="*/ 83976 h 939818"/>
              <a:gd name="connsiteX4" fmla="*/ 9155715 w 9155715"/>
              <a:gd name="connsiteY4" fmla="*/ 0 h 939818"/>
              <a:gd name="connsiteX0" fmla="*/ 9015078 w 9155715"/>
              <a:gd name="connsiteY0" fmla="*/ 0 h 873143"/>
              <a:gd name="connsiteX1" fmla="*/ 0 w 9155715"/>
              <a:gd name="connsiteY1" fmla="*/ 798691 h 873143"/>
              <a:gd name="connsiteX2" fmla="*/ 2384 w 9155715"/>
              <a:gd name="connsiteY2" fmla="*/ 873143 h 873143"/>
              <a:gd name="connsiteX3" fmla="*/ 9155715 w 9155715"/>
              <a:gd name="connsiteY3" fmla="*/ 17301 h 873143"/>
              <a:gd name="connsiteX4" fmla="*/ 9015078 w 9155715"/>
              <a:gd name="connsiteY4" fmla="*/ 0 h 873143"/>
              <a:gd name="connsiteX0" fmla="*/ 9160482 w 9160482"/>
              <a:gd name="connsiteY0" fmla="*/ 0 h 930293"/>
              <a:gd name="connsiteX1" fmla="*/ 0 w 9160482"/>
              <a:gd name="connsiteY1" fmla="*/ 855841 h 930293"/>
              <a:gd name="connsiteX2" fmla="*/ 2384 w 9160482"/>
              <a:gd name="connsiteY2" fmla="*/ 930293 h 930293"/>
              <a:gd name="connsiteX3" fmla="*/ 9155715 w 9160482"/>
              <a:gd name="connsiteY3" fmla="*/ 74451 h 930293"/>
              <a:gd name="connsiteX4" fmla="*/ 9160482 w 9160482"/>
              <a:gd name="connsiteY4" fmla="*/ 0 h 930293"/>
              <a:gd name="connsiteX0" fmla="*/ 9072286 w 9155715"/>
              <a:gd name="connsiteY0" fmla="*/ 0 h 885050"/>
              <a:gd name="connsiteX1" fmla="*/ 0 w 9155715"/>
              <a:gd name="connsiteY1" fmla="*/ 810598 h 885050"/>
              <a:gd name="connsiteX2" fmla="*/ 2384 w 9155715"/>
              <a:gd name="connsiteY2" fmla="*/ 885050 h 885050"/>
              <a:gd name="connsiteX3" fmla="*/ 9155715 w 9155715"/>
              <a:gd name="connsiteY3" fmla="*/ 29208 h 885050"/>
              <a:gd name="connsiteX4" fmla="*/ 9072286 w 9155715"/>
              <a:gd name="connsiteY4" fmla="*/ 0 h 885050"/>
              <a:gd name="connsiteX0" fmla="*/ 9155715 w 9155715"/>
              <a:gd name="connsiteY0" fmla="*/ 0 h 930294"/>
              <a:gd name="connsiteX1" fmla="*/ 0 w 9155715"/>
              <a:gd name="connsiteY1" fmla="*/ 855842 h 930294"/>
              <a:gd name="connsiteX2" fmla="*/ 2384 w 9155715"/>
              <a:gd name="connsiteY2" fmla="*/ 930294 h 930294"/>
              <a:gd name="connsiteX3" fmla="*/ 9155715 w 9155715"/>
              <a:gd name="connsiteY3" fmla="*/ 74452 h 930294"/>
              <a:gd name="connsiteX4" fmla="*/ 9155715 w 9155715"/>
              <a:gd name="connsiteY4" fmla="*/ 0 h 93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5715" h="930294">
                <a:moveTo>
                  <a:pt x="9155715" y="0"/>
                </a:moveTo>
                <a:lnTo>
                  <a:pt x="0" y="855842"/>
                </a:lnTo>
                <a:cubicBezTo>
                  <a:pt x="795" y="884628"/>
                  <a:pt x="1589" y="901508"/>
                  <a:pt x="2384" y="930294"/>
                </a:cubicBezTo>
                <a:lnTo>
                  <a:pt x="9155715" y="74452"/>
                </a:lnTo>
                <a:lnTo>
                  <a:pt x="9155715"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96" y="5347020"/>
            <a:ext cx="3426231" cy="944725"/>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 name="connsiteX0" fmla="*/ 1 w 7605568"/>
              <a:gd name="connsiteY0" fmla="*/ 0 h 897732"/>
              <a:gd name="connsiteX1" fmla="*/ 0 w 7605568"/>
              <a:gd name="connsiteY1" fmla="*/ 75665 h 897732"/>
              <a:gd name="connsiteX2" fmla="*/ 2830674 w 7605568"/>
              <a:gd name="connsiteY2" fmla="*/ 806612 h 897732"/>
              <a:gd name="connsiteX3" fmla="*/ 7605568 w 7605568"/>
              <a:gd name="connsiteY3" fmla="*/ 897732 h 897732"/>
              <a:gd name="connsiteX4" fmla="*/ 1 w 7605568"/>
              <a:gd name="connsiteY4" fmla="*/ 0 h 897732"/>
              <a:gd name="connsiteX0" fmla="*/ 1 w 2930931"/>
              <a:gd name="connsiteY0" fmla="*/ 0 h 806612"/>
              <a:gd name="connsiteX1" fmla="*/ 0 w 2930931"/>
              <a:gd name="connsiteY1" fmla="*/ 75665 h 806612"/>
              <a:gd name="connsiteX2" fmla="*/ 2830674 w 2930931"/>
              <a:gd name="connsiteY2" fmla="*/ 806612 h 806612"/>
              <a:gd name="connsiteX3" fmla="*/ 2930931 w 2930931"/>
              <a:gd name="connsiteY3" fmla="*/ 785765 h 806612"/>
              <a:gd name="connsiteX4" fmla="*/ 1 w 2930931"/>
              <a:gd name="connsiteY4" fmla="*/ 0 h 806612"/>
              <a:gd name="connsiteX0" fmla="*/ 1 w 3204530"/>
              <a:gd name="connsiteY0" fmla="*/ 0 h 944725"/>
              <a:gd name="connsiteX1" fmla="*/ 0 w 3204530"/>
              <a:gd name="connsiteY1" fmla="*/ 75665 h 944725"/>
              <a:gd name="connsiteX2" fmla="*/ 3204530 w 3204530"/>
              <a:gd name="connsiteY2" fmla="*/ 944725 h 944725"/>
              <a:gd name="connsiteX3" fmla="*/ 2930931 w 3204530"/>
              <a:gd name="connsiteY3" fmla="*/ 785765 h 944725"/>
              <a:gd name="connsiteX4" fmla="*/ 1 w 3204530"/>
              <a:gd name="connsiteY4" fmla="*/ 0 h 944725"/>
              <a:gd name="connsiteX0" fmla="*/ 1 w 3426231"/>
              <a:gd name="connsiteY0" fmla="*/ 0 h 944725"/>
              <a:gd name="connsiteX1" fmla="*/ 0 w 3426231"/>
              <a:gd name="connsiteY1" fmla="*/ 75665 h 944725"/>
              <a:gd name="connsiteX2" fmla="*/ 3204530 w 3426231"/>
              <a:gd name="connsiteY2" fmla="*/ 944725 h 944725"/>
              <a:gd name="connsiteX3" fmla="*/ 3426231 w 3426231"/>
              <a:gd name="connsiteY3" fmla="*/ 923877 h 944725"/>
              <a:gd name="connsiteX4" fmla="*/ 1 w 3426231"/>
              <a:gd name="connsiteY4" fmla="*/ 0 h 944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6231" h="944725">
                <a:moveTo>
                  <a:pt x="1" y="0"/>
                </a:moveTo>
                <a:cubicBezTo>
                  <a:pt x="1" y="25222"/>
                  <a:pt x="0" y="50443"/>
                  <a:pt x="0" y="75665"/>
                </a:cubicBezTo>
                <a:lnTo>
                  <a:pt x="3204530" y="944725"/>
                </a:lnTo>
                <a:lnTo>
                  <a:pt x="3426231" y="923877"/>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0C996CE2-80BE-4B21-B32F-1B50115A21C0}" type="datetimeFigureOut">
              <a:rPr lang="en-US" smtClean="0"/>
              <a:t>1/16/2026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DDC15B-B7CC-45E8-947F-B56FE61EA4C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7"/>
          <p:cNvSpPr/>
          <p:nvPr/>
        </p:nvSpPr>
        <p:spPr>
          <a:xfrm>
            <a:off x="1" y="5010151"/>
            <a:ext cx="7439025" cy="157162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Lst>
            <a:ahLst/>
            <a:cxnLst>
              <a:cxn ang="0">
                <a:pos x="connsiteX0" y="connsiteY0"/>
              </a:cxn>
              <a:cxn ang="0">
                <a:pos x="connsiteX1" y="connsiteY1"/>
              </a:cxn>
              <a:cxn ang="0">
                <a:pos x="connsiteX2" y="connsiteY2"/>
              </a:cxn>
              <a:cxn ang="0">
                <a:pos x="connsiteX3" y="connsiteY3"/>
              </a:cxn>
            </a:cxnLst>
            <a:rect l="l" t="t" r="r" b="b"/>
            <a:pathLst>
              <a:path w="7415827" h="1571625">
                <a:moveTo>
                  <a:pt x="0" y="0"/>
                </a:moveTo>
                <a:lnTo>
                  <a:pt x="7415827" y="866775"/>
                </a:lnTo>
                <a:lnTo>
                  <a:pt x="0" y="1571625"/>
                </a:lnTo>
                <a:lnTo>
                  <a:pt x="0" y="0"/>
                </a:lnTo>
                <a:close/>
              </a:path>
            </a:pathLst>
          </a:custGeom>
          <a:gradFill>
            <a:gsLst>
              <a:gs pos="0">
                <a:srgbClr val="000000"/>
              </a:gs>
              <a:gs pos="24000">
                <a:srgbClr val="333333"/>
              </a:gs>
              <a:gs pos="90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0" y="5731667"/>
            <a:ext cx="9147178" cy="1126333"/>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818007 h 1075182"/>
              <a:gd name="connsiteX1" fmla="*/ 9124990 w 9144000"/>
              <a:gd name="connsiteY1" fmla="*/ 0 h 1075182"/>
              <a:gd name="connsiteX2" fmla="*/ 9144000 w 9144000"/>
              <a:gd name="connsiteY2" fmla="*/ 1075182 h 1075182"/>
              <a:gd name="connsiteX3" fmla="*/ 0 w 9144000"/>
              <a:gd name="connsiteY3" fmla="*/ 1065657 h 1075182"/>
              <a:gd name="connsiteX4" fmla="*/ 20 w 9144000"/>
              <a:gd name="connsiteY4" fmla="*/ 818007 h 1075182"/>
              <a:gd name="connsiteX0" fmla="*/ 20 w 9124990"/>
              <a:gd name="connsiteY0" fmla="*/ 818007 h 1065657"/>
              <a:gd name="connsiteX1" fmla="*/ 9124990 w 9124990"/>
              <a:gd name="connsiteY1" fmla="*/ 0 h 1065657"/>
              <a:gd name="connsiteX2" fmla="*/ 8854092 w 9124990"/>
              <a:gd name="connsiteY2" fmla="*/ 585026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9122615 w 9124990"/>
              <a:gd name="connsiteY2" fmla="*/ 1063889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8766171 w 9124990"/>
              <a:gd name="connsiteY2" fmla="*/ 508228 h 1065657"/>
              <a:gd name="connsiteX3" fmla="*/ 0 w 9124990"/>
              <a:gd name="connsiteY3" fmla="*/ 1065657 h 1065657"/>
              <a:gd name="connsiteX4" fmla="*/ 20 w 9124990"/>
              <a:gd name="connsiteY4" fmla="*/ 818007 h 1065657"/>
              <a:gd name="connsiteX0" fmla="*/ 20 w 9128161"/>
              <a:gd name="connsiteY0" fmla="*/ 818007 h 1068407"/>
              <a:gd name="connsiteX1" fmla="*/ 9124990 w 9128161"/>
              <a:gd name="connsiteY1" fmla="*/ 0 h 1068407"/>
              <a:gd name="connsiteX2" fmla="*/ 9127369 w 9128161"/>
              <a:gd name="connsiteY2" fmla="*/ 1068407 h 1068407"/>
              <a:gd name="connsiteX3" fmla="*/ 0 w 9128161"/>
              <a:gd name="connsiteY3" fmla="*/ 1065657 h 1068407"/>
              <a:gd name="connsiteX4" fmla="*/ 20 w 9128161"/>
              <a:gd name="connsiteY4" fmla="*/ 818007 h 106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8161" h="1068407">
                <a:moveTo>
                  <a:pt x="20" y="818007"/>
                </a:moveTo>
                <a:lnTo>
                  <a:pt x="9124990" y="0"/>
                </a:lnTo>
                <a:cubicBezTo>
                  <a:pt x="9124198" y="354630"/>
                  <a:pt x="9128161" y="713777"/>
                  <a:pt x="9127369" y="1068407"/>
                </a:cubicBezTo>
                <a:lnTo>
                  <a:pt x="0" y="1065657"/>
                </a:lnTo>
                <a:cubicBezTo>
                  <a:pt x="7" y="983107"/>
                  <a:pt x="13" y="900557"/>
                  <a:pt x="20" y="818007"/>
                </a:cubicBezTo>
                <a:close/>
              </a:path>
            </a:pathLst>
          </a:custGeom>
          <a:gradFill>
            <a:gsLst>
              <a:gs pos="39000">
                <a:schemeClr val="accent1"/>
              </a:gs>
              <a:gs pos="50000">
                <a:schemeClr val="accent1">
                  <a:lumMod val="40000"/>
                  <a:lumOff val="60000"/>
                </a:schemeClr>
              </a:gs>
              <a:gs pos="5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a:off x="676656" y="609600"/>
            <a:ext cx="3383280" cy="914400"/>
          </a:xfrm>
        </p:spPr>
        <p:txBody>
          <a:bodyPr anchor="b">
            <a:noAutofit/>
          </a:bodyPr>
          <a:lstStyle>
            <a:lvl1pPr algn="l">
              <a:defRPr sz="2200" b="0" i="0" cap="none" baseline="0">
                <a:solidFill>
                  <a:schemeClr val="tx2"/>
                </a:solidFill>
              </a:defRPr>
            </a:lvl1pPr>
          </a:lstStyle>
          <a:p>
            <a:r>
              <a:rPr lang="en-US" smtClean="0"/>
              <a:t>Click to edit Master title style</a:t>
            </a:r>
            <a:endParaRPr lang="en-US" dirty="0"/>
          </a:p>
        </p:txBody>
      </p:sp>
      <p:sp>
        <p:nvSpPr>
          <p:cNvPr id="10" name="Freeform 9"/>
          <p:cNvSpPr/>
          <p:nvPr/>
        </p:nvSpPr>
        <p:spPr>
          <a:xfrm>
            <a:off x="0" y="4973410"/>
            <a:ext cx="7674867" cy="928299"/>
          </a:xfrm>
          <a:custGeom>
            <a:avLst/>
            <a:gdLst>
              <a:gd name="connsiteX0" fmla="*/ 0 w 7548466"/>
              <a:gd name="connsiteY0" fmla="*/ 0 h 933061"/>
              <a:gd name="connsiteX1" fmla="*/ 9331 w 7548466"/>
              <a:gd name="connsiteY1" fmla="*/ 65314 h 933061"/>
              <a:gd name="connsiteX2" fmla="*/ 7221894 w 7548466"/>
              <a:gd name="connsiteY2" fmla="*/ 933061 h 933061"/>
              <a:gd name="connsiteX3" fmla="*/ 7548466 w 7548466"/>
              <a:gd name="connsiteY3" fmla="*/ 914400 h 933061"/>
              <a:gd name="connsiteX4" fmla="*/ 0 w 7548466"/>
              <a:gd name="connsiteY4" fmla="*/ 0 h 933061"/>
              <a:gd name="connsiteX0" fmla="*/ 131163 w 7539135"/>
              <a:gd name="connsiteY0" fmla="*/ 0 h 1042598"/>
              <a:gd name="connsiteX1" fmla="*/ 0 w 7539135"/>
              <a:gd name="connsiteY1" fmla="*/ 174851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0 w 7407972"/>
              <a:gd name="connsiteY0" fmla="*/ 0 h 1042598"/>
              <a:gd name="connsiteX1" fmla="*/ 85531 w 7407972"/>
              <a:gd name="connsiteY1" fmla="*/ 134370 h 1042598"/>
              <a:gd name="connsiteX2" fmla="*/ 7081400 w 7407972"/>
              <a:gd name="connsiteY2" fmla="*/ 1042598 h 1042598"/>
              <a:gd name="connsiteX3" fmla="*/ 7407972 w 7407972"/>
              <a:gd name="connsiteY3" fmla="*/ 1023937 h 1042598"/>
              <a:gd name="connsiteX4" fmla="*/ 0 w 7407972"/>
              <a:gd name="connsiteY4" fmla="*/ 0 h 1042598"/>
              <a:gd name="connsiteX0" fmla="*/ 131163 w 7539135"/>
              <a:gd name="connsiteY0" fmla="*/ 0 h 1042598"/>
              <a:gd name="connsiteX1" fmla="*/ 0 w 7539135"/>
              <a:gd name="connsiteY1" fmla="*/ 193902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59725 w 7539135"/>
              <a:gd name="connsiteY0" fmla="*/ 0 h 892580"/>
              <a:gd name="connsiteX1" fmla="*/ 0 w 7539135"/>
              <a:gd name="connsiteY1" fmla="*/ 43884 h 892580"/>
              <a:gd name="connsiteX2" fmla="*/ 7212563 w 7539135"/>
              <a:gd name="connsiteY2" fmla="*/ 892580 h 892580"/>
              <a:gd name="connsiteX3" fmla="*/ 7539135 w 7539135"/>
              <a:gd name="connsiteY3" fmla="*/ 873919 h 892580"/>
              <a:gd name="connsiteX4" fmla="*/ 59725 w 7539135"/>
              <a:gd name="connsiteY4" fmla="*/ 0 h 892580"/>
              <a:gd name="connsiteX0" fmla="*/ 194 w 7539135"/>
              <a:gd name="connsiteY0" fmla="*/ 0 h 923536"/>
              <a:gd name="connsiteX1" fmla="*/ 0 w 7539135"/>
              <a:gd name="connsiteY1" fmla="*/ 74840 h 923536"/>
              <a:gd name="connsiteX2" fmla="*/ 7212563 w 7539135"/>
              <a:gd name="connsiteY2" fmla="*/ 923536 h 923536"/>
              <a:gd name="connsiteX3" fmla="*/ 7539135 w 7539135"/>
              <a:gd name="connsiteY3" fmla="*/ 904875 h 923536"/>
              <a:gd name="connsiteX4" fmla="*/ 194 w 7539135"/>
              <a:gd name="connsiteY4" fmla="*/ 0 h 923536"/>
              <a:gd name="connsiteX0" fmla="*/ 194 w 7539135"/>
              <a:gd name="connsiteY0" fmla="*/ 0 h 904875"/>
              <a:gd name="connsiteX1" fmla="*/ 0 w 7539135"/>
              <a:gd name="connsiteY1" fmla="*/ 74840 h 904875"/>
              <a:gd name="connsiteX2" fmla="*/ 7212563 w 7539135"/>
              <a:gd name="connsiteY2" fmla="*/ 883055 h 904875"/>
              <a:gd name="connsiteX3" fmla="*/ 7539135 w 7539135"/>
              <a:gd name="connsiteY3" fmla="*/ 904875 h 904875"/>
              <a:gd name="connsiteX4" fmla="*/ 194 w 7539135"/>
              <a:gd name="connsiteY4" fmla="*/ 0 h 904875"/>
              <a:gd name="connsiteX0" fmla="*/ 194 w 7703442"/>
              <a:gd name="connsiteY0" fmla="*/ 0 h 1016794"/>
              <a:gd name="connsiteX1" fmla="*/ 0 w 7703442"/>
              <a:gd name="connsiteY1" fmla="*/ 74840 h 1016794"/>
              <a:gd name="connsiteX2" fmla="*/ 7212563 w 7703442"/>
              <a:gd name="connsiteY2" fmla="*/ 883055 h 1016794"/>
              <a:gd name="connsiteX3" fmla="*/ 7703442 w 7703442"/>
              <a:gd name="connsiteY3" fmla="*/ 1016794 h 1016794"/>
              <a:gd name="connsiteX4" fmla="*/ 194 w 7703442"/>
              <a:gd name="connsiteY4" fmla="*/ 0 h 1016794"/>
              <a:gd name="connsiteX0" fmla="*/ 194 w 7674867"/>
              <a:gd name="connsiteY0" fmla="*/ 0 h 897731"/>
              <a:gd name="connsiteX1" fmla="*/ 0 w 7674867"/>
              <a:gd name="connsiteY1" fmla="*/ 74840 h 897731"/>
              <a:gd name="connsiteX2" fmla="*/ 7212563 w 7674867"/>
              <a:gd name="connsiteY2" fmla="*/ 883055 h 897731"/>
              <a:gd name="connsiteX3" fmla="*/ 7674867 w 7674867"/>
              <a:gd name="connsiteY3" fmla="*/ 897731 h 897731"/>
              <a:gd name="connsiteX4" fmla="*/ 194 w 7674867"/>
              <a:gd name="connsiteY4" fmla="*/ 0 h 897731"/>
              <a:gd name="connsiteX0" fmla="*/ 194 w 7674867"/>
              <a:gd name="connsiteY0" fmla="*/ 0 h 930680"/>
              <a:gd name="connsiteX1" fmla="*/ 0 w 7674867"/>
              <a:gd name="connsiteY1" fmla="*/ 74840 h 930680"/>
              <a:gd name="connsiteX2" fmla="*/ 7293526 w 7674867"/>
              <a:gd name="connsiteY2" fmla="*/ 930680 h 930680"/>
              <a:gd name="connsiteX3" fmla="*/ 7674867 w 7674867"/>
              <a:gd name="connsiteY3" fmla="*/ 897731 h 930680"/>
              <a:gd name="connsiteX4" fmla="*/ 194 w 7674867"/>
              <a:gd name="connsiteY4" fmla="*/ 0 h 930680"/>
              <a:gd name="connsiteX0" fmla="*/ 194 w 7674867"/>
              <a:gd name="connsiteY0" fmla="*/ 0 h 897731"/>
              <a:gd name="connsiteX1" fmla="*/ 0 w 7674867"/>
              <a:gd name="connsiteY1" fmla="*/ 74840 h 897731"/>
              <a:gd name="connsiteX2" fmla="*/ 7293526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38758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98289 w 7674867"/>
              <a:gd name="connsiteY2" fmla="*/ 661599 h 897731"/>
              <a:gd name="connsiteX3" fmla="*/ 7674867 w 7674867"/>
              <a:gd name="connsiteY3" fmla="*/ 897731 h 897731"/>
              <a:gd name="connsiteX4" fmla="*/ 194 w 7674867"/>
              <a:gd name="connsiteY4" fmla="*/ 0 h 897731"/>
              <a:gd name="connsiteX0" fmla="*/ 194 w 7674867"/>
              <a:gd name="connsiteY0" fmla="*/ 0 h 928299"/>
              <a:gd name="connsiteX1" fmla="*/ 0 w 7674867"/>
              <a:gd name="connsiteY1" fmla="*/ 74840 h 928299"/>
              <a:gd name="connsiteX2" fmla="*/ 7298289 w 7674867"/>
              <a:gd name="connsiteY2" fmla="*/ 928299 h 928299"/>
              <a:gd name="connsiteX3" fmla="*/ 7674867 w 7674867"/>
              <a:gd name="connsiteY3" fmla="*/ 897731 h 928299"/>
              <a:gd name="connsiteX4" fmla="*/ 194 w 7674867"/>
              <a:gd name="connsiteY4" fmla="*/ 0 h 928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74867" h="928299">
                <a:moveTo>
                  <a:pt x="194" y="0"/>
                </a:moveTo>
                <a:cubicBezTo>
                  <a:pt x="129" y="24947"/>
                  <a:pt x="65" y="49893"/>
                  <a:pt x="0" y="74840"/>
                </a:cubicBezTo>
                <a:lnTo>
                  <a:pt x="7298289" y="928299"/>
                </a:lnTo>
                <a:lnTo>
                  <a:pt x="7674867" y="897731"/>
                </a:lnTo>
                <a:lnTo>
                  <a:pt x="194"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2382" y="5696242"/>
            <a:ext cx="9146382" cy="930294"/>
          </a:xfrm>
          <a:custGeom>
            <a:avLst/>
            <a:gdLst>
              <a:gd name="connsiteX0" fmla="*/ 9153331 w 9153331"/>
              <a:gd name="connsiteY0" fmla="*/ 0 h 951723"/>
              <a:gd name="connsiteX1" fmla="*/ 0 w 9153331"/>
              <a:gd name="connsiteY1" fmla="*/ 867747 h 951723"/>
              <a:gd name="connsiteX2" fmla="*/ 0 w 9153331"/>
              <a:gd name="connsiteY2" fmla="*/ 951723 h 951723"/>
              <a:gd name="connsiteX3" fmla="*/ 9153331 w 9153331"/>
              <a:gd name="connsiteY3" fmla="*/ 83976 h 951723"/>
              <a:gd name="connsiteX4" fmla="*/ 9153331 w 9153331"/>
              <a:gd name="connsiteY4" fmla="*/ 0 h 951723"/>
              <a:gd name="connsiteX0" fmla="*/ 9153331 w 9153331"/>
              <a:gd name="connsiteY0" fmla="*/ 0 h 951723"/>
              <a:gd name="connsiteX1" fmla="*/ 107265 w 9153331"/>
              <a:gd name="connsiteY1" fmla="*/ 901085 h 951723"/>
              <a:gd name="connsiteX2" fmla="*/ 0 w 9153331"/>
              <a:gd name="connsiteY2" fmla="*/ 951723 h 951723"/>
              <a:gd name="connsiteX3" fmla="*/ 9153331 w 9153331"/>
              <a:gd name="connsiteY3" fmla="*/ 83976 h 951723"/>
              <a:gd name="connsiteX4" fmla="*/ 9153331 w 9153331"/>
              <a:gd name="connsiteY4" fmla="*/ 0 h 951723"/>
              <a:gd name="connsiteX0" fmla="*/ 9155715 w 9155715"/>
              <a:gd name="connsiteY0" fmla="*/ 0 h 951723"/>
              <a:gd name="connsiteX1" fmla="*/ 0 w 9155715"/>
              <a:gd name="connsiteY1" fmla="*/ 865366 h 951723"/>
              <a:gd name="connsiteX2" fmla="*/ 2384 w 9155715"/>
              <a:gd name="connsiteY2" fmla="*/ 951723 h 951723"/>
              <a:gd name="connsiteX3" fmla="*/ 9155715 w 9155715"/>
              <a:gd name="connsiteY3" fmla="*/ 83976 h 951723"/>
              <a:gd name="connsiteX4" fmla="*/ 9155715 w 9155715"/>
              <a:gd name="connsiteY4" fmla="*/ 0 h 951723"/>
              <a:gd name="connsiteX0" fmla="*/ 9155715 w 9155715"/>
              <a:gd name="connsiteY0" fmla="*/ 0 h 894573"/>
              <a:gd name="connsiteX1" fmla="*/ 0 w 9155715"/>
              <a:gd name="connsiteY1" fmla="*/ 865366 h 894573"/>
              <a:gd name="connsiteX2" fmla="*/ 197847 w 9155715"/>
              <a:gd name="connsiteY2" fmla="*/ 894573 h 894573"/>
              <a:gd name="connsiteX3" fmla="*/ 9155715 w 9155715"/>
              <a:gd name="connsiteY3" fmla="*/ 83976 h 894573"/>
              <a:gd name="connsiteX4" fmla="*/ 9155715 w 9155715"/>
              <a:gd name="connsiteY4" fmla="*/ 0 h 894573"/>
              <a:gd name="connsiteX0" fmla="*/ 9155715 w 9155715"/>
              <a:gd name="connsiteY0" fmla="*/ 0 h 946961"/>
              <a:gd name="connsiteX1" fmla="*/ 0 w 9155715"/>
              <a:gd name="connsiteY1" fmla="*/ 865366 h 946961"/>
              <a:gd name="connsiteX2" fmla="*/ 4768 w 9155715"/>
              <a:gd name="connsiteY2" fmla="*/ 946961 h 946961"/>
              <a:gd name="connsiteX3" fmla="*/ 9155715 w 9155715"/>
              <a:gd name="connsiteY3" fmla="*/ 83976 h 946961"/>
              <a:gd name="connsiteX4" fmla="*/ 9155715 w 9155715"/>
              <a:gd name="connsiteY4" fmla="*/ 0 h 946961"/>
              <a:gd name="connsiteX0" fmla="*/ 9155715 w 9155715"/>
              <a:gd name="connsiteY0" fmla="*/ 0 h 894574"/>
              <a:gd name="connsiteX1" fmla="*/ 0 w 9155715"/>
              <a:gd name="connsiteY1" fmla="*/ 865366 h 894574"/>
              <a:gd name="connsiteX2" fmla="*/ 97732 w 9155715"/>
              <a:gd name="connsiteY2" fmla="*/ 894574 h 894574"/>
              <a:gd name="connsiteX3" fmla="*/ 9155715 w 9155715"/>
              <a:gd name="connsiteY3" fmla="*/ 83976 h 894574"/>
              <a:gd name="connsiteX4" fmla="*/ 9155715 w 9155715"/>
              <a:gd name="connsiteY4" fmla="*/ 0 h 894574"/>
              <a:gd name="connsiteX0" fmla="*/ 9155715 w 9155715"/>
              <a:gd name="connsiteY0" fmla="*/ 0 h 939818"/>
              <a:gd name="connsiteX1" fmla="*/ 0 w 9155715"/>
              <a:gd name="connsiteY1" fmla="*/ 865366 h 939818"/>
              <a:gd name="connsiteX2" fmla="*/ 2384 w 9155715"/>
              <a:gd name="connsiteY2" fmla="*/ 939818 h 939818"/>
              <a:gd name="connsiteX3" fmla="*/ 9155715 w 9155715"/>
              <a:gd name="connsiteY3" fmla="*/ 83976 h 939818"/>
              <a:gd name="connsiteX4" fmla="*/ 9155715 w 9155715"/>
              <a:gd name="connsiteY4" fmla="*/ 0 h 939818"/>
              <a:gd name="connsiteX0" fmla="*/ 9015078 w 9155715"/>
              <a:gd name="connsiteY0" fmla="*/ 0 h 873143"/>
              <a:gd name="connsiteX1" fmla="*/ 0 w 9155715"/>
              <a:gd name="connsiteY1" fmla="*/ 798691 h 873143"/>
              <a:gd name="connsiteX2" fmla="*/ 2384 w 9155715"/>
              <a:gd name="connsiteY2" fmla="*/ 873143 h 873143"/>
              <a:gd name="connsiteX3" fmla="*/ 9155715 w 9155715"/>
              <a:gd name="connsiteY3" fmla="*/ 17301 h 873143"/>
              <a:gd name="connsiteX4" fmla="*/ 9015078 w 9155715"/>
              <a:gd name="connsiteY4" fmla="*/ 0 h 873143"/>
              <a:gd name="connsiteX0" fmla="*/ 9160482 w 9160482"/>
              <a:gd name="connsiteY0" fmla="*/ 0 h 930293"/>
              <a:gd name="connsiteX1" fmla="*/ 0 w 9160482"/>
              <a:gd name="connsiteY1" fmla="*/ 855841 h 930293"/>
              <a:gd name="connsiteX2" fmla="*/ 2384 w 9160482"/>
              <a:gd name="connsiteY2" fmla="*/ 930293 h 930293"/>
              <a:gd name="connsiteX3" fmla="*/ 9155715 w 9160482"/>
              <a:gd name="connsiteY3" fmla="*/ 74451 h 930293"/>
              <a:gd name="connsiteX4" fmla="*/ 9160482 w 9160482"/>
              <a:gd name="connsiteY4" fmla="*/ 0 h 930293"/>
              <a:gd name="connsiteX0" fmla="*/ 9072286 w 9155715"/>
              <a:gd name="connsiteY0" fmla="*/ 0 h 885050"/>
              <a:gd name="connsiteX1" fmla="*/ 0 w 9155715"/>
              <a:gd name="connsiteY1" fmla="*/ 810598 h 885050"/>
              <a:gd name="connsiteX2" fmla="*/ 2384 w 9155715"/>
              <a:gd name="connsiteY2" fmla="*/ 885050 h 885050"/>
              <a:gd name="connsiteX3" fmla="*/ 9155715 w 9155715"/>
              <a:gd name="connsiteY3" fmla="*/ 29208 h 885050"/>
              <a:gd name="connsiteX4" fmla="*/ 9072286 w 9155715"/>
              <a:gd name="connsiteY4" fmla="*/ 0 h 885050"/>
              <a:gd name="connsiteX0" fmla="*/ 9155715 w 9155715"/>
              <a:gd name="connsiteY0" fmla="*/ 0 h 930294"/>
              <a:gd name="connsiteX1" fmla="*/ 0 w 9155715"/>
              <a:gd name="connsiteY1" fmla="*/ 855842 h 930294"/>
              <a:gd name="connsiteX2" fmla="*/ 2384 w 9155715"/>
              <a:gd name="connsiteY2" fmla="*/ 930294 h 930294"/>
              <a:gd name="connsiteX3" fmla="*/ 9155715 w 9155715"/>
              <a:gd name="connsiteY3" fmla="*/ 74452 h 930294"/>
              <a:gd name="connsiteX4" fmla="*/ 9155715 w 9155715"/>
              <a:gd name="connsiteY4" fmla="*/ 0 h 93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5715" h="930294">
                <a:moveTo>
                  <a:pt x="9155715" y="0"/>
                </a:moveTo>
                <a:lnTo>
                  <a:pt x="0" y="855842"/>
                </a:lnTo>
                <a:cubicBezTo>
                  <a:pt x="795" y="884628"/>
                  <a:pt x="1589" y="901508"/>
                  <a:pt x="2384" y="930294"/>
                </a:cubicBezTo>
                <a:lnTo>
                  <a:pt x="9155715" y="74452"/>
                </a:lnTo>
                <a:lnTo>
                  <a:pt x="9155715"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0C996CE2-80BE-4B21-B32F-1B50115A21C0}"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DDC15B-B7CC-45E8-947F-B56FE61EA4C5}" type="slidenum">
              <a:rPr lang="en-US" smtClean="0"/>
              <a:t>‹#›</a:t>
            </a:fld>
            <a:endParaRPr lang="en-US"/>
          </a:p>
        </p:txBody>
      </p:sp>
      <p:sp>
        <p:nvSpPr>
          <p:cNvPr id="13" name="Content Placeholder 12"/>
          <p:cNvSpPr>
            <a:spLocks noGrp="1"/>
          </p:cNvSpPr>
          <p:nvPr>
            <p:ph sz="quarter" idx="13"/>
          </p:nvPr>
        </p:nvSpPr>
        <p:spPr>
          <a:xfrm>
            <a:off x="4572000" y="609600"/>
            <a:ext cx="38862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Text Placeholder 13"/>
          <p:cNvSpPr>
            <a:spLocks noGrp="1"/>
          </p:cNvSpPr>
          <p:nvPr>
            <p:ph type="body" sz="quarter" idx="14"/>
          </p:nvPr>
        </p:nvSpPr>
        <p:spPr>
          <a:xfrm>
            <a:off x="676274" y="1527048"/>
            <a:ext cx="3383280" cy="3291840"/>
          </a:xfrm>
        </p:spPr>
        <p:txBody>
          <a:bodyPr>
            <a:normAutofit/>
          </a:bodyPr>
          <a:lstStyle>
            <a:lvl1pPr marL="0" indent="0">
              <a:buFontTx/>
              <a:buNone/>
              <a:defRPr sz="1600"/>
            </a:lvl1pPr>
            <a:lvl2pPr>
              <a:buFontTx/>
              <a:buNone/>
              <a:defRPr/>
            </a:lvl2pPr>
            <a:lvl3pPr>
              <a:buFontTx/>
              <a:buNone/>
              <a:defRPr/>
            </a:lvl3pPr>
            <a:lvl4pPr>
              <a:buFontTx/>
              <a:buNone/>
              <a:defRPr/>
            </a:lvl4pPr>
            <a:lvl5pPr>
              <a:buFontTx/>
              <a:buNone/>
              <a:defRPr/>
            </a:lvl5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1"/>
              </a:gs>
              <a:gs pos="40000">
                <a:schemeClr val="accent1">
                  <a:lumMod val="40000"/>
                  <a:lumOff val="60000"/>
                </a:schemeClr>
              </a:gs>
              <a:gs pos="4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9" name="Freeform 8"/>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3"/>
              </a:gs>
              <a:gs pos="52000">
                <a:schemeClr val="accent3">
                  <a:lumMod val="40000"/>
                  <a:lumOff val="60000"/>
                </a:schemeClr>
              </a:gs>
              <a:gs pos="66000">
                <a:schemeClr val="accent3"/>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3" name="Picture Placeholder 2"/>
          <p:cNvSpPr>
            <a:spLocks noGrp="1"/>
          </p:cNvSpPr>
          <p:nvPr>
            <p:ph type="pic" idx="1"/>
          </p:nvPr>
        </p:nvSpPr>
        <p:spPr>
          <a:xfrm>
            <a:off x="4572000" y="609600"/>
            <a:ext cx="3886200" cy="4190999"/>
          </a:xfrm>
          <a:ln w="79375">
            <a:solidFill>
              <a:schemeClr val="tx1"/>
            </a:solidFill>
            <a:miter lim="800000"/>
          </a:ln>
          <a:effectLst>
            <a:outerShdw blurRad="50800" dist="38100" dir="5400000" algn="ctr" rotWithShape="0">
              <a:srgbClr val="000000">
                <a:alpha val="42000"/>
              </a:srgbClr>
            </a:outerShdw>
          </a:effectLst>
        </p:spPr>
        <p:txBody>
          <a:bodyPr>
            <a:normAutofit/>
          </a:bodyPr>
          <a:lstStyle>
            <a:lvl1pPr marL="0" indent="0" algn="ctr">
              <a:buNone/>
              <a:defRPr sz="25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0" name="Freeform 9"/>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0C996CE2-80BE-4B21-B32F-1B50115A21C0}" type="datetimeFigureOut">
              <a:rPr lang="en-US" smtClean="0"/>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DDC15B-B7CC-45E8-947F-B56FE61EA4C5}" type="slidenum">
              <a:rPr lang="en-US" smtClean="0"/>
              <a:t>‹#›</a:t>
            </a:fld>
            <a:endParaRPr lang="en-US"/>
          </a:p>
        </p:txBody>
      </p:sp>
      <p:sp>
        <p:nvSpPr>
          <p:cNvPr id="14" name="Title 1"/>
          <p:cNvSpPr>
            <a:spLocks noGrp="1"/>
          </p:cNvSpPr>
          <p:nvPr>
            <p:ph type="title"/>
          </p:nvPr>
        </p:nvSpPr>
        <p:spPr>
          <a:xfrm>
            <a:off x="676656" y="609600"/>
            <a:ext cx="3383280" cy="914400"/>
          </a:xfrm>
        </p:spPr>
        <p:txBody>
          <a:bodyPr anchor="b">
            <a:noAutofit/>
          </a:bodyPr>
          <a:lstStyle>
            <a:lvl1pPr algn="l">
              <a:defRPr sz="2200" b="0" i="0" cap="none" baseline="0">
                <a:solidFill>
                  <a:schemeClr val="tx2"/>
                </a:solidFill>
              </a:defRPr>
            </a:lvl1pPr>
          </a:lstStyle>
          <a:p>
            <a:r>
              <a:rPr lang="en-US" smtClean="0"/>
              <a:t>Click to edit Master title style</a:t>
            </a:r>
            <a:endParaRPr lang="en-US" dirty="0"/>
          </a:p>
        </p:txBody>
      </p:sp>
      <p:sp>
        <p:nvSpPr>
          <p:cNvPr id="15" name="Text Placeholder 14"/>
          <p:cNvSpPr>
            <a:spLocks noGrp="1"/>
          </p:cNvSpPr>
          <p:nvPr>
            <p:ph type="body" sz="quarter" idx="14"/>
          </p:nvPr>
        </p:nvSpPr>
        <p:spPr>
          <a:xfrm>
            <a:off x="676656" y="1524000"/>
            <a:ext cx="3381375" cy="3295650"/>
          </a:xfrm>
        </p:spPr>
        <p:txBody>
          <a:bodyPr>
            <a:normAutofit/>
          </a:bodyPr>
          <a:lstStyle>
            <a:lvl1pPr marL="0" indent="0">
              <a:buFontTx/>
              <a:buNone/>
              <a:defRPr sz="1600"/>
            </a:lvl1pPr>
            <a:lvl2pPr>
              <a:buFontTx/>
              <a:buNone/>
              <a:defRPr/>
            </a:lvl2pPr>
            <a:lvl3pPr>
              <a:buFontTx/>
              <a:buNone/>
              <a:defRPr/>
            </a:lvl3pPr>
            <a:lvl4pPr>
              <a:buFontTx/>
              <a:buNone/>
              <a:defRPr/>
            </a:lvl4pPr>
            <a:lvl5pPr>
              <a:buFontTx/>
              <a:buNone/>
              <a:defRPr/>
            </a:lvl5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996CE2-80BE-4B21-B32F-1B50115A21C0}"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DC15B-B7CC-45E8-947F-B56FE61EA4C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Freeform 6"/>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996CE2-80BE-4B21-B32F-1B50115A21C0}"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DDC15B-B7CC-45E8-947F-B56FE61EA4C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blipFill dpi="0" rotWithShape="1">
            <a:blip r:embed="rId13">
              <a:alphaModFix amt="15000"/>
            </a:blip>
            <a:srcRect/>
            <a:tile tx="0" ty="0" sx="76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685800" y="274638"/>
            <a:ext cx="7772400" cy="1143000"/>
          </a:xfrm>
          <a:prstGeom prst="rect">
            <a:avLst/>
          </a:prstGeom>
        </p:spPr>
        <p:txBody>
          <a:bodyPr vert="horz" lIns="0" tIns="45720" rIns="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1600200"/>
            <a:ext cx="7772400" cy="4525963"/>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400800" y="6416675"/>
            <a:ext cx="1981200" cy="365125"/>
          </a:xfrm>
          <a:prstGeom prst="rect">
            <a:avLst/>
          </a:prstGeom>
        </p:spPr>
        <p:txBody>
          <a:bodyPr vert="horz" lIns="0" tIns="45720" rIns="0" bIns="0" rtlCol="0" anchor="b" anchorCtr="0"/>
          <a:lstStyle>
            <a:lvl1pPr algn="r">
              <a:defRPr lang="en-US" sz="900" kern="1200" cap="all" spc="110" baseline="0" smtClean="0">
                <a:solidFill>
                  <a:srgbClr val="4D4D4D"/>
                </a:solidFill>
                <a:latin typeface="+mn-lt"/>
                <a:ea typeface="+mn-ea"/>
                <a:cs typeface="+mn-cs"/>
              </a:defRPr>
            </a:lvl1pPr>
          </a:lstStyle>
          <a:p>
            <a:fld id="{0C996CE2-80BE-4B21-B32F-1B50115A21C0}" type="datetimeFigureOut">
              <a:rPr lang="en-US" smtClean="0"/>
              <a:t>1/16/2026</a:t>
            </a:fld>
            <a:endParaRPr lang="en-US"/>
          </a:p>
        </p:txBody>
      </p:sp>
      <p:sp>
        <p:nvSpPr>
          <p:cNvPr id="5" name="Footer Placeholder 4"/>
          <p:cNvSpPr>
            <a:spLocks noGrp="1"/>
          </p:cNvSpPr>
          <p:nvPr>
            <p:ph type="ftr" sz="quarter" idx="3"/>
          </p:nvPr>
        </p:nvSpPr>
        <p:spPr>
          <a:xfrm>
            <a:off x="228600" y="6416675"/>
            <a:ext cx="2895600" cy="365125"/>
          </a:xfrm>
          <a:prstGeom prst="rect">
            <a:avLst/>
          </a:prstGeom>
        </p:spPr>
        <p:txBody>
          <a:bodyPr vert="horz" lIns="0" tIns="45720" rIns="0" bIns="0" rtlCol="0" anchor="b" anchorCtr="0"/>
          <a:lstStyle>
            <a:lvl1pPr algn="l">
              <a:defRPr sz="900" cap="all" spc="110" baseline="0">
                <a:solidFill>
                  <a:srgbClr val="4D4D4D"/>
                </a:solidFill>
              </a:defRPr>
            </a:lvl1pPr>
          </a:lstStyle>
          <a:p>
            <a:endParaRPr lang="en-US"/>
          </a:p>
        </p:txBody>
      </p:sp>
      <p:sp>
        <p:nvSpPr>
          <p:cNvPr id="6" name="Slide Number Placeholder 5"/>
          <p:cNvSpPr>
            <a:spLocks noGrp="1"/>
          </p:cNvSpPr>
          <p:nvPr>
            <p:ph type="sldNum" sz="quarter" idx="4"/>
          </p:nvPr>
        </p:nvSpPr>
        <p:spPr>
          <a:xfrm>
            <a:off x="8458200" y="6416675"/>
            <a:ext cx="457200" cy="365125"/>
          </a:xfrm>
          <a:prstGeom prst="rect">
            <a:avLst/>
          </a:prstGeom>
        </p:spPr>
        <p:txBody>
          <a:bodyPr vert="horz" lIns="0" tIns="45720" rIns="0" bIns="0" rtlCol="0" anchor="b" anchorCtr="0"/>
          <a:lstStyle>
            <a:lvl1pPr algn="r">
              <a:defRPr sz="1100" b="1" baseline="0">
                <a:solidFill>
                  <a:srgbClr val="4D4D4D"/>
                </a:solidFill>
              </a:defRPr>
            </a:lvl1pPr>
          </a:lstStyle>
          <a:p>
            <a:fld id="{40DDC15B-B7CC-45E8-947F-B56FE61EA4C5}"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3600" kern="1200" cap="all"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lnSpc>
          <a:spcPct val="100000"/>
        </a:lnSpc>
        <a:spcBef>
          <a:spcPts val="700"/>
        </a:spcBef>
        <a:buClr>
          <a:schemeClr val="accent1"/>
        </a:buClr>
        <a:buSzPct val="85000"/>
        <a:buFont typeface="Wingdings 3" pitchFamily="18" charset="2"/>
        <a:buChar char=""/>
        <a:defRPr sz="2000" kern="1200" baseline="0">
          <a:solidFill>
            <a:schemeClr val="tx1"/>
          </a:solidFill>
          <a:latin typeface="+mn-lt"/>
          <a:ea typeface="+mn-ea"/>
          <a:cs typeface="+mn-cs"/>
        </a:defRPr>
      </a:lvl1pPr>
      <a:lvl2pPr marL="742950" indent="-274320" algn="l" defTabSz="914400" rtl="0" eaLnBrk="1" latinLnBrk="0" hangingPunct="1">
        <a:lnSpc>
          <a:spcPct val="100000"/>
        </a:lnSpc>
        <a:spcBef>
          <a:spcPts val="700"/>
        </a:spcBef>
        <a:buClr>
          <a:schemeClr val="accent1"/>
        </a:buClr>
        <a:buSzPct val="85000"/>
        <a:buFont typeface="Wingdings 3" pitchFamily="18" charset="2"/>
        <a:buChar char=""/>
        <a:defRPr sz="1600" kern="1200" baseline="0">
          <a:solidFill>
            <a:schemeClr val="tx1"/>
          </a:solidFill>
          <a:latin typeface="+mn-lt"/>
          <a:ea typeface="+mn-ea"/>
          <a:cs typeface="+mn-cs"/>
        </a:defRPr>
      </a:lvl2pPr>
      <a:lvl3pPr marL="11430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baseline="0">
          <a:solidFill>
            <a:schemeClr val="tx1"/>
          </a:solidFill>
          <a:latin typeface="+mn-lt"/>
          <a:ea typeface="+mn-ea"/>
          <a:cs typeface="+mn-cs"/>
        </a:defRPr>
      </a:lvl3pPr>
      <a:lvl4pPr marL="16002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baseline="0">
          <a:solidFill>
            <a:schemeClr val="tx1"/>
          </a:solidFill>
          <a:latin typeface="+mn-lt"/>
          <a:ea typeface="+mn-ea"/>
          <a:cs typeface="+mn-cs"/>
        </a:defRPr>
      </a:lvl4pPr>
      <a:lvl5pPr marL="20574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baseline="0">
          <a:solidFill>
            <a:schemeClr val="tx1"/>
          </a:solidFill>
          <a:latin typeface="+mn-lt"/>
          <a:ea typeface="+mn-ea"/>
          <a:cs typeface="+mn-cs"/>
        </a:defRPr>
      </a:lvl5pPr>
      <a:lvl6pPr marL="25146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6pPr>
      <a:lvl7pPr marL="29718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7pPr>
      <a:lvl8pPr marL="34290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8pPr>
      <a:lvl9pPr marL="38862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f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1981200"/>
            <a:ext cx="7772400" cy="1470025"/>
          </a:xfrm>
        </p:spPr>
        <p:txBody>
          <a:bodyPr>
            <a:normAutofit fontScale="90000"/>
          </a:bodyPr>
          <a:lstStyle/>
          <a:p>
            <a:pPr algn="l"/>
            <a:r>
              <a:rPr lang="en-US" b="1" dirty="0" smtClean="0">
                <a:latin typeface="Arial" pitchFamily="34" charset="0"/>
                <a:cs typeface="Arial" pitchFamily="34" charset="0"/>
              </a:rPr>
              <a:t>Topic:</a:t>
            </a:r>
            <a:r>
              <a:rPr lang="en-US" dirty="0" smtClean="0">
                <a:latin typeface="Arial" pitchFamily="34" charset="0"/>
                <a:cs typeface="Arial" pitchFamily="34" charset="0"/>
              </a:rPr>
              <a:t> </a:t>
            </a:r>
            <a:br>
              <a:rPr lang="en-US" dirty="0" smtClean="0">
                <a:latin typeface="Arial" pitchFamily="34" charset="0"/>
                <a:cs typeface="Arial" pitchFamily="34" charset="0"/>
              </a:rPr>
            </a:br>
            <a:r>
              <a:rPr lang="en-US" dirty="0" smtClean="0">
                <a:latin typeface="Arial" pitchFamily="34" charset="0"/>
                <a:cs typeface="Arial" pitchFamily="34" charset="0"/>
              </a:rPr>
              <a:t>Data Mart</a:t>
            </a:r>
            <a:br>
              <a:rPr lang="en-US" dirty="0" smtClean="0">
                <a:latin typeface="Arial" pitchFamily="34" charset="0"/>
                <a:cs typeface="Arial" pitchFamily="34" charset="0"/>
              </a:rPr>
            </a:br>
            <a:r>
              <a:rPr lang="en-US" dirty="0" smtClean="0">
                <a:latin typeface="Arial" pitchFamily="34" charset="0"/>
                <a:cs typeface="Arial" pitchFamily="34" charset="0"/>
              </a:rPr>
              <a:t/>
            </a:r>
            <a:br>
              <a:rPr lang="en-US" dirty="0" smtClean="0">
                <a:latin typeface="Arial" pitchFamily="34" charset="0"/>
                <a:cs typeface="Arial" pitchFamily="34" charset="0"/>
              </a:rPr>
            </a:br>
            <a:r>
              <a:rPr lang="en-US" dirty="0" smtClean="0">
                <a:latin typeface="Arial" pitchFamily="34" charset="0"/>
                <a:cs typeface="Arial" pitchFamily="34" charset="0"/>
              </a:rPr>
              <a:t/>
            </a:r>
            <a:br>
              <a:rPr lang="en-US" dirty="0" smtClean="0">
                <a:latin typeface="Arial" pitchFamily="34" charset="0"/>
                <a:cs typeface="Arial" pitchFamily="34" charset="0"/>
              </a:rPr>
            </a:br>
            <a:r>
              <a:rPr lang="en-US" b="1" dirty="0" smtClean="0">
                <a:latin typeface="Arial" pitchFamily="34" charset="0"/>
                <a:cs typeface="Arial" pitchFamily="34" charset="0"/>
              </a:rPr>
              <a:t>Presented by:</a:t>
            </a:r>
            <a:r>
              <a:rPr lang="en-US" dirty="0" smtClean="0">
                <a:latin typeface="Arial" pitchFamily="34" charset="0"/>
                <a:cs typeface="Arial" pitchFamily="34" charset="0"/>
              </a:rPr>
              <a:t> </a:t>
            </a:r>
            <a:br>
              <a:rPr lang="en-US" dirty="0" smtClean="0">
                <a:latin typeface="Arial" pitchFamily="34" charset="0"/>
                <a:cs typeface="Arial" pitchFamily="34" charset="0"/>
              </a:rPr>
            </a:br>
            <a:r>
              <a:rPr lang="en-US" dirty="0" err="1" smtClean="0">
                <a:latin typeface="Arial" pitchFamily="34" charset="0"/>
                <a:cs typeface="Arial" pitchFamily="34" charset="0"/>
              </a:rPr>
              <a:t>Shubham</a:t>
            </a:r>
            <a:r>
              <a:rPr lang="en-US" dirty="0" smtClean="0">
                <a:latin typeface="Arial" pitchFamily="34" charset="0"/>
                <a:cs typeface="Arial" pitchFamily="34" charset="0"/>
              </a:rPr>
              <a:t> </a:t>
            </a:r>
            <a:r>
              <a:rPr lang="en-US" dirty="0" err="1" smtClean="0">
                <a:latin typeface="Arial" pitchFamily="34" charset="0"/>
                <a:cs typeface="Arial" pitchFamily="34" charset="0"/>
              </a:rPr>
              <a:t>Umesh</a:t>
            </a:r>
            <a:r>
              <a:rPr lang="en-US" dirty="0" smtClean="0">
                <a:latin typeface="Arial" pitchFamily="34" charset="0"/>
                <a:cs typeface="Arial" pitchFamily="34" charset="0"/>
              </a:rPr>
              <a:t> </a:t>
            </a:r>
            <a:r>
              <a:rPr lang="en-US" dirty="0" err="1" smtClean="0">
                <a:latin typeface="Arial" pitchFamily="34" charset="0"/>
                <a:cs typeface="Arial" pitchFamily="34" charset="0"/>
              </a:rPr>
              <a:t>Chavan</a:t>
            </a:r>
            <a:endParaRPr lang="en-US" dirty="0">
              <a:latin typeface="Arial" pitchFamily="34" charset="0"/>
              <a:cs typeface="Arial"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00" y="152400"/>
            <a:ext cx="3185436" cy="4900085"/>
          </a:xfrm>
          <a:prstGeom prst="rect">
            <a:avLst/>
          </a:prstGeom>
        </p:spPr>
      </p:pic>
    </p:spTree>
    <p:extLst>
      <p:ext uri="{BB962C8B-B14F-4D97-AF65-F5344CB8AC3E}">
        <p14:creationId xmlns:p14="http://schemas.microsoft.com/office/powerpoint/2010/main" val="226521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latin typeface="Arial" pitchFamily="34" charset="0"/>
                <a:cs typeface="Arial" pitchFamily="34" charset="0"/>
              </a:rPr>
              <a:t>Agenda</a:t>
            </a:r>
            <a:endParaRPr lang="en-US" sz="2400" b="1" dirty="0"/>
          </a:p>
        </p:txBody>
      </p:sp>
      <p:sp>
        <p:nvSpPr>
          <p:cNvPr id="3" name="Content Placeholder 2"/>
          <p:cNvSpPr>
            <a:spLocks noGrp="1"/>
          </p:cNvSpPr>
          <p:nvPr>
            <p:ph idx="1"/>
          </p:nvPr>
        </p:nvSpPr>
        <p:spPr>
          <a:xfrm>
            <a:off x="609600" y="1569720"/>
            <a:ext cx="7772400" cy="4373880"/>
          </a:xfrm>
        </p:spPr>
        <p:txBody>
          <a:bodyPr>
            <a:normAutofit/>
          </a:bodyPr>
          <a:lstStyle/>
          <a:p>
            <a:pPr>
              <a:buFont typeface="Wingdings" pitchFamily="2" charset="2"/>
              <a:buChar char="Ø"/>
            </a:pPr>
            <a:r>
              <a:rPr lang="en-US" dirty="0" smtClean="0">
                <a:latin typeface="Arial" pitchFamily="34" charset="0"/>
                <a:cs typeface="Arial" pitchFamily="34" charset="0"/>
              </a:rPr>
              <a:t>Introduction to Virtual </a:t>
            </a:r>
            <a:r>
              <a:rPr lang="en-US" dirty="0">
                <a:latin typeface="Arial" pitchFamily="34" charset="0"/>
                <a:cs typeface="Arial" pitchFamily="34" charset="0"/>
              </a:rPr>
              <a:t>Data </a:t>
            </a:r>
            <a:r>
              <a:rPr lang="en-US" dirty="0" smtClean="0">
                <a:latin typeface="Arial" pitchFamily="34" charset="0"/>
                <a:cs typeface="Arial" pitchFamily="34" charset="0"/>
              </a:rPr>
              <a:t>Warehouse?</a:t>
            </a:r>
            <a:r>
              <a:rPr lang="en-US" dirty="0">
                <a:latin typeface="Arial" pitchFamily="34" charset="0"/>
                <a:cs typeface="Arial" pitchFamily="34" charset="0"/>
              </a:rPr>
              <a:t/>
            </a:r>
            <a:br>
              <a:rPr lang="en-US" dirty="0">
                <a:latin typeface="Arial" pitchFamily="34" charset="0"/>
                <a:cs typeface="Arial" pitchFamily="34" charset="0"/>
              </a:rPr>
            </a:br>
            <a:endParaRPr lang="en-US" dirty="0" smtClean="0">
              <a:latin typeface="Arial" pitchFamily="34" charset="0"/>
              <a:cs typeface="Arial" pitchFamily="34" charset="0"/>
            </a:endParaRPr>
          </a:p>
          <a:p>
            <a:pPr>
              <a:buFont typeface="Wingdings" pitchFamily="2" charset="2"/>
              <a:buChar char="Ø"/>
            </a:pPr>
            <a:r>
              <a:rPr lang="en-US" dirty="0" smtClean="0">
                <a:latin typeface="Arial" pitchFamily="34" charset="0"/>
                <a:cs typeface="Arial" pitchFamily="34" charset="0"/>
              </a:rPr>
              <a:t>How </a:t>
            </a:r>
            <a:r>
              <a:rPr lang="en-US" dirty="0">
                <a:latin typeface="Arial" pitchFamily="34" charset="0"/>
                <a:cs typeface="Arial" pitchFamily="34" charset="0"/>
              </a:rPr>
              <a:t>Virtual Data Warehouse </a:t>
            </a:r>
            <a:r>
              <a:rPr lang="en-US" dirty="0" smtClean="0">
                <a:latin typeface="Arial" pitchFamily="34" charset="0"/>
                <a:cs typeface="Arial" pitchFamily="34" charset="0"/>
              </a:rPr>
              <a:t>Works </a:t>
            </a:r>
            <a:r>
              <a:rPr lang="en-US" dirty="0">
                <a:latin typeface="Arial" pitchFamily="34" charset="0"/>
                <a:cs typeface="Arial" pitchFamily="34" charset="0"/>
              </a:rPr>
              <a:t/>
            </a:r>
            <a:br>
              <a:rPr lang="en-US" dirty="0">
                <a:latin typeface="Arial" pitchFamily="34" charset="0"/>
                <a:cs typeface="Arial" pitchFamily="34" charset="0"/>
              </a:rPr>
            </a:br>
            <a:endParaRPr lang="en-US" dirty="0" smtClean="0">
              <a:latin typeface="Arial" pitchFamily="34" charset="0"/>
              <a:cs typeface="Arial" pitchFamily="34" charset="0"/>
            </a:endParaRPr>
          </a:p>
          <a:p>
            <a:pPr>
              <a:buFont typeface="Wingdings" pitchFamily="2" charset="2"/>
              <a:buChar char="Ø"/>
            </a:pPr>
            <a:r>
              <a:rPr lang="en-US" dirty="0" smtClean="0">
                <a:latin typeface="Arial" pitchFamily="34" charset="0"/>
                <a:cs typeface="Arial" pitchFamily="34" charset="0"/>
              </a:rPr>
              <a:t>Key Features </a:t>
            </a:r>
            <a:r>
              <a:rPr lang="en-US" dirty="0">
                <a:latin typeface="Arial" pitchFamily="34" charset="0"/>
                <a:cs typeface="Arial" pitchFamily="34" charset="0"/>
              </a:rPr>
              <a:t/>
            </a:r>
            <a:br>
              <a:rPr lang="en-US" dirty="0">
                <a:latin typeface="Arial" pitchFamily="34" charset="0"/>
                <a:cs typeface="Arial" pitchFamily="34" charset="0"/>
              </a:rPr>
            </a:br>
            <a:endParaRPr lang="en-US" dirty="0" smtClean="0">
              <a:latin typeface="Arial" pitchFamily="34" charset="0"/>
              <a:cs typeface="Arial" pitchFamily="34" charset="0"/>
            </a:endParaRPr>
          </a:p>
          <a:p>
            <a:pPr>
              <a:buFont typeface="Wingdings" pitchFamily="2" charset="2"/>
              <a:buChar char="Ø"/>
            </a:pPr>
            <a:r>
              <a:rPr lang="en-US" dirty="0" smtClean="0">
                <a:latin typeface="Arial" pitchFamily="34" charset="0"/>
                <a:cs typeface="Arial" pitchFamily="34" charset="0"/>
              </a:rPr>
              <a:t>Advantages </a:t>
            </a:r>
            <a:r>
              <a:rPr lang="en-US" dirty="0">
                <a:latin typeface="Arial" pitchFamily="34" charset="0"/>
                <a:cs typeface="Arial" pitchFamily="34" charset="0"/>
              </a:rPr>
              <a:t>and Disadvantages of Virtual Data Warehouse</a:t>
            </a:r>
            <a:br>
              <a:rPr lang="en-US" dirty="0">
                <a:latin typeface="Arial" pitchFamily="34" charset="0"/>
                <a:cs typeface="Arial" pitchFamily="34" charset="0"/>
              </a:rPr>
            </a:br>
            <a:endParaRPr lang="en-US" dirty="0" smtClean="0">
              <a:latin typeface="Arial" pitchFamily="34" charset="0"/>
              <a:cs typeface="Arial" pitchFamily="34" charset="0"/>
            </a:endParaRPr>
          </a:p>
          <a:p>
            <a:pPr>
              <a:buFont typeface="Wingdings" pitchFamily="2" charset="2"/>
              <a:buChar char="Ø"/>
            </a:pPr>
            <a:r>
              <a:rPr lang="en-US" dirty="0" smtClean="0">
                <a:latin typeface="Arial" pitchFamily="34" charset="0"/>
                <a:cs typeface="Arial" pitchFamily="34" charset="0"/>
              </a:rPr>
              <a:t>Conclusion</a:t>
            </a:r>
          </a:p>
          <a:p>
            <a:pPr marL="68580" indent="0">
              <a:buNone/>
            </a:pPr>
            <a:endParaRPr lang="en-US" dirty="0" smtClean="0">
              <a:latin typeface="Arial" pitchFamily="34" charset="0"/>
              <a:cs typeface="Arial" pitchFamily="34" charset="0"/>
            </a:endParaRPr>
          </a:p>
          <a:p>
            <a:pPr>
              <a:buFont typeface="Wingdings" pitchFamily="2" charset="2"/>
              <a:buChar char="Ø"/>
            </a:pPr>
            <a:r>
              <a:rPr lang="en-US" dirty="0" smtClean="0">
                <a:latin typeface="Arial" pitchFamily="34" charset="0"/>
                <a:cs typeface="Arial" pitchFamily="34" charset="0"/>
              </a:rPr>
              <a:t>Thank You</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0" y="45720"/>
            <a:ext cx="1364118" cy="1524000"/>
          </a:xfrm>
          <a:prstGeom prst="rect">
            <a:avLst/>
          </a:prstGeom>
        </p:spPr>
      </p:pic>
    </p:spTree>
    <p:extLst>
      <p:ext uri="{BB962C8B-B14F-4D97-AF65-F5344CB8AC3E}">
        <p14:creationId xmlns:p14="http://schemas.microsoft.com/office/powerpoint/2010/main" val="230390136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90500"/>
            <a:ext cx="7772400" cy="1143000"/>
          </a:xfrm>
        </p:spPr>
        <p:txBody>
          <a:bodyPr>
            <a:normAutofit/>
          </a:bodyPr>
          <a:lstStyle/>
          <a:p>
            <a:r>
              <a:rPr lang="en-US" sz="2000" dirty="0" smtClean="0">
                <a:latin typeface="Arial" pitchFamily="34" charset="0"/>
                <a:cs typeface="Arial" pitchFamily="34" charset="0"/>
              </a:rPr>
              <a:t>InTRODUCTION TO  </a:t>
            </a:r>
            <a:r>
              <a:rPr lang="en-US" sz="2000" dirty="0">
                <a:latin typeface="Arial" pitchFamily="34" charset="0"/>
                <a:cs typeface="Arial" pitchFamily="34" charset="0"/>
              </a:rPr>
              <a:t>Virtual Data Warehouse</a:t>
            </a:r>
            <a:endParaRPr lang="en-US" sz="2000" b="1" dirty="0">
              <a:latin typeface="Arial" pitchFamily="34" charset="0"/>
              <a:cs typeface="Arial" pitchFamily="34" charset="0"/>
            </a:endParaRPr>
          </a:p>
        </p:txBody>
      </p:sp>
      <p:sp>
        <p:nvSpPr>
          <p:cNvPr id="3" name="Content Placeholder 2"/>
          <p:cNvSpPr>
            <a:spLocks noGrp="1"/>
          </p:cNvSpPr>
          <p:nvPr>
            <p:ph idx="1"/>
          </p:nvPr>
        </p:nvSpPr>
        <p:spPr>
          <a:xfrm>
            <a:off x="12192" y="1676400"/>
            <a:ext cx="7772400" cy="3733800"/>
          </a:xfrm>
        </p:spPr>
        <p:txBody>
          <a:bodyPr>
            <a:normAutofit/>
          </a:bodyPr>
          <a:lstStyle/>
          <a:p>
            <a:r>
              <a:rPr lang="en-US" dirty="0">
                <a:latin typeface="Arial" pitchFamily="34" charset="0"/>
                <a:cs typeface="Arial" pitchFamily="34" charset="0"/>
              </a:rPr>
              <a:t>A Virtual Data Warehouse provides </a:t>
            </a:r>
            <a:r>
              <a:rPr lang="en-US" b="1" dirty="0">
                <a:latin typeface="Arial" pitchFamily="34" charset="0"/>
                <a:cs typeface="Arial" pitchFamily="34" charset="0"/>
              </a:rPr>
              <a:t>logical access to data</a:t>
            </a:r>
            <a:endParaRPr lang="en-US" dirty="0">
              <a:latin typeface="Arial" pitchFamily="34" charset="0"/>
              <a:cs typeface="Arial" pitchFamily="34" charset="0"/>
            </a:endParaRPr>
          </a:p>
          <a:p>
            <a:r>
              <a:rPr lang="en-US" dirty="0">
                <a:latin typeface="Arial" pitchFamily="34" charset="0"/>
                <a:cs typeface="Arial" pitchFamily="34" charset="0"/>
              </a:rPr>
              <a:t>Data is </a:t>
            </a:r>
            <a:r>
              <a:rPr lang="en-US" b="1" dirty="0">
                <a:latin typeface="Arial" pitchFamily="34" charset="0"/>
                <a:cs typeface="Arial" pitchFamily="34" charset="0"/>
              </a:rPr>
              <a:t>not stored physically</a:t>
            </a:r>
            <a:r>
              <a:rPr lang="en-US" dirty="0">
                <a:latin typeface="Arial" pitchFamily="34" charset="0"/>
                <a:cs typeface="Arial" pitchFamily="34" charset="0"/>
              </a:rPr>
              <a:t> in one place</a:t>
            </a:r>
          </a:p>
          <a:p>
            <a:r>
              <a:rPr lang="en-US" dirty="0">
                <a:latin typeface="Arial" pitchFamily="34" charset="0"/>
                <a:cs typeface="Arial" pitchFamily="34" charset="0"/>
              </a:rPr>
              <a:t>Data is fetched from multiple sources in real time</a:t>
            </a:r>
          </a:p>
          <a:p>
            <a:pPr>
              <a:buFont typeface="Wingdings" pitchFamily="2" charset="2"/>
              <a:buChar char="Ø"/>
            </a:pPr>
            <a:endParaRPr lang="en-US" dirty="0">
              <a:latin typeface="Arial" pitchFamily="34" charset="0"/>
              <a:cs typeface="Arial"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1400" y="0"/>
            <a:ext cx="1773936" cy="1524000"/>
          </a:xfrm>
          <a:prstGeom prst="rect">
            <a:avLst/>
          </a:prstGeom>
        </p:spPr>
      </p:pic>
    </p:spTree>
    <p:extLst>
      <p:ext uri="{BB962C8B-B14F-4D97-AF65-F5344CB8AC3E}">
        <p14:creationId xmlns:p14="http://schemas.microsoft.com/office/powerpoint/2010/main" val="3682298021"/>
      </p:ext>
    </p:extLst>
  </p:cSld>
  <p:clrMapOvr>
    <a:masterClrMapping/>
  </p:clrMapOvr>
  <p:transition spd="slow">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 y="3124200"/>
            <a:ext cx="7772400" cy="1143000"/>
          </a:xfrm>
        </p:spPr>
        <p:txBody>
          <a:bodyPr>
            <a:normAutofit fontScale="90000"/>
          </a:bodyPr>
          <a:lstStyle/>
          <a:p>
            <a:r>
              <a:rPr lang="en-US" dirty="0" smtClean="0"/>
              <a:t>HOW Virtual </a:t>
            </a:r>
            <a:r>
              <a:rPr lang="en-US" dirty="0"/>
              <a:t>Data </a:t>
            </a:r>
            <a:r>
              <a:rPr lang="en-US" dirty="0" smtClean="0"/>
              <a:t>Warehouse works</a:t>
            </a:r>
            <a:endParaRPr lang="en-US" dirty="0"/>
          </a:p>
        </p:txBody>
      </p:sp>
      <p:sp>
        <p:nvSpPr>
          <p:cNvPr id="3" name="Content Placeholder 2"/>
          <p:cNvSpPr>
            <a:spLocks noGrp="1"/>
          </p:cNvSpPr>
          <p:nvPr>
            <p:ph idx="1"/>
          </p:nvPr>
        </p:nvSpPr>
        <p:spPr>
          <a:xfrm>
            <a:off x="0" y="3962400"/>
            <a:ext cx="7772400" cy="3733800"/>
          </a:xfrm>
        </p:spPr>
        <p:txBody>
          <a:bodyPr/>
          <a:lstStyle/>
          <a:p>
            <a:r>
              <a:rPr lang="en-US" dirty="0"/>
              <a:t>Provides data access without physically storing data</a:t>
            </a:r>
          </a:p>
          <a:p>
            <a:r>
              <a:rPr lang="en-US" dirty="0"/>
              <a:t>Combines data from multiple sources in real time</a:t>
            </a:r>
          </a:p>
          <a:p>
            <a:r>
              <a:rPr lang="en-US" dirty="0"/>
              <a:t>Used when quick access is needed</a:t>
            </a:r>
          </a:p>
          <a:p>
            <a:pPr marL="68580" indent="0">
              <a:buNone/>
            </a:pP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6172200" cy="34290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4600" y="0"/>
            <a:ext cx="2840736" cy="3429000"/>
          </a:xfrm>
          <a:prstGeom prst="rect">
            <a:avLst/>
          </a:prstGeom>
        </p:spPr>
      </p:pic>
    </p:spTree>
    <p:extLst>
      <p:ext uri="{BB962C8B-B14F-4D97-AF65-F5344CB8AC3E}">
        <p14:creationId xmlns:p14="http://schemas.microsoft.com/office/powerpoint/2010/main" val="41110613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Sources</a:t>
            </a:r>
          </a:p>
        </p:txBody>
      </p:sp>
      <p:sp>
        <p:nvSpPr>
          <p:cNvPr id="3" name="Content Placeholder 2"/>
          <p:cNvSpPr>
            <a:spLocks noGrp="1"/>
          </p:cNvSpPr>
          <p:nvPr>
            <p:ph idx="1"/>
          </p:nvPr>
        </p:nvSpPr>
        <p:spPr/>
        <p:txBody>
          <a:bodyPr/>
          <a:lstStyle/>
          <a:p>
            <a:r>
              <a:rPr lang="en-US" sz="2800" dirty="0"/>
              <a:t>Databases </a:t>
            </a:r>
          </a:p>
          <a:p>
            <a:r>
              <a:rPr lang="en-US" sz="2800" dirty="0"/>
              <a:t>Files </a:t>
            </a:r>
            <a:endParaRPr lang="en-US" sz="2800" dirty="0" smtClean="0"/>
          </a:p>
          <a:p>
            <a:r>
              <a:rPr lang="en-US" sz="2800" dirty="0" smtClean="0"/>
              <a:t>Business </a:t>
            </a:r>
            <a:r>
              <a:rPr lang="en-US" sz="2800" dirty="0"/>
              <a:t>applications </a:t>
            </a:r>
          </a:p>
          <a:p>
            <a:r>
              <a:rPr lang="en-US" sz="2800" dirty="0" smtClean="0"/>
              <a:t>APIs </a:t>
            </a:r>
            <a:r>
              <a:rPr lang="en-US" sz="2800" dirty="0"/>
              <a:t>and cloud applications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600" y="0"/>
            <a:ext cx="2840736" cy="3429000"/>
          </a:xfrm>
          <a:prstGeom prst="rect">
            <a:avLst/>
          </a:prstGeom>
        </p:spPr>
      </p:pic>
    </p:spTree>
    <p:extLst>
      <p:ext uri="{BB962C8B-B14F-4D97-AF65-F5344CB8AC3E}">
        <p14:creationId xmlns:p14="http://schemas.microsoft.com/office/powerpoint/2010/main" val="2151145555"/>
      </p:ext>
    </p:extLst>
  </p:cSld>
  <p:clrMapOvr>
    <a:masterClrMapping/>
  </p:clrMapOvr>
  <p:transition spd="slow">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itchFamily="34" charset="0"/>
                <a:cs typeface="Arial" pitchFamily="34" charset="0"/>
              </a:rPr>
              <a:t>Key Features</a:t>
            </a:r>
            <a:endParaRPr lang="en-US" dirty="0"/>
          </a:p>
        </p:txBody>
      </p:sp>
      <p:sp>
        <p:nvSpPr>
          <p:cNvPr id="3" name="Content Placeholder 2"/>
          <p:cNvSpPr>
            <a:spLocks noGrp="1"/>
          </p:cNvSpPr>
          <p:nvPr>
            <p:ph idx="1"/>
          </p:nvPr>
        </p:nvSpPr>
        <p:spPr/>
        <p:txBody>
          <a:bodyPr/>
          <a:lstStyle/>
          <a:p>
            <a:r>
              <a:rPr lang="en-US" dirty="0"/>
              <a:t>Real-Time </a:t>
            </a:r>
            <a:r>
              <a:rPr lang="en-US" dirty="0" smtClean="0"/>
              <a:t>Access</a:t>
            </a:r>
          </a:p>
          <a:p>
            <a:r>
              <a:rPr lang="en-US" dirty="0"/>
              <a:t>No Data </a:t>
            </a:r>
            <a:r>
              <a:rPr lang="en-US" dirty="0" smtClean="0"/>
              <a:t>Duplication</a:t>
            </a:r>
          </a:p>
          <a:p>
            <a:r>
              <a:rPr lang="en-US" dirty="0" smtClean="0"/>
              <a:t>Cost-Effective</a:t>
            </a:r>
          </a:p>
          <a:p>
            <a:r>
              <a:rPr lang="en-US" dirty="0"/>
              <a:t>Reduced Data </a:t>
            </a:r>
            <a:r>
              <a:rPr lang="en-US" dirty="0" smtClean="0"/>
              <a:t>Latency</a:t>
            </a:r>
          </a:p>
          <a:p>
            <a:r>
              <a:rPr lang="en-US" dirty="0"/>
              <a:t>Simplified Maintenance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600" y="0"/>
            <a:ext cx="2840736" cy="3429000"/>
          </a:xfrm>
          <a:prstGeom prst="rect">
            <a:avLst/>
          </a:prstGeom>
        </p:spPr>
      </p:pic>
    </p:spTree>
    <p:extLst>
      <p:ext uri="{BB962C8B-B14F-4D97-AF65-F5344CB8AC3E}">
        <p14:creationId xmlns:p14="http://schemas.microsoft.com/office/powerpoint/2010/main" val="37162948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rial" pitchFamily="34" charset="0"/>
                <a:cs typeface="Arial" pitchFamily="34" charset="0"/>
              </a:rPr>
              <a:t>ADVANTAGES of </a:t>
            </a:r>
            <a:r>
              <a:rPr lang="en-US" dirty="0">
                <a:latin typeface="Arial" pitchFamily="34" charset="0"/>
                <a:cs typeface="Arial" pitchFamily="34" charset="0"/>
              </a:rPr>
              <a:t>Virtual Data Warehouse</a:t>
            </a:r>
            <a:br>
              <a:rPr lang="en-US" dirty="0">
                <a:latin typeface="Arial" pitchFamily="34" charset="0"/>
                <a:cs typeface="Arial" pitchFamily="34" charset="0"/>
              </a:rPr>
            </a:br>
            <a:endParaRPr lang="en-US" dirty="0"/>
          </a:p>
        </p:txBody>
      </p:sp>
      <p:sp>
        <p:nvSpPr>
          <p:cNvPr id="3" name="Content Placeholder 2"/>
          <p:cNvSpPr>
            <a:spLocks noGrp="1"/>
          </p:cNvSpPr>
          <p:nvPr>
            <p:ph idx="1"/>
          </p:nvPr>
        </p:nvSpPr>
        <p:spPr/>
        <p:txBody>
          <a:bodyPr>
            <a:normAutofit/>
          </a:bodyPr>
          <a:lstStyle/>
          <a:p>
            <a:r>
              <a:rPr lang="en-US" sz="2400" dirty="0"/>
              <a:t>Immediate Data </a:t>
            </a:r>
            <a:r>
              <a:rPr lang="en-US" sz="2400" dirty="0" smtClean="0"/>
              <a:t>Availability</a:t>
            </a:r>
          </a:p>
          <a:p>
            <a:r>
              <a:rPr lang="en-US" sz="2400" dirty="0"/>
              <a:t>Reduced Data </a:t>
            </a:r>
            <a:r>
              <a:rPr lang="en-US" sz="2400" dirty="0" smtClean="0"/>
              <a:t>Redundancy</a:t>
            </a:r>
          </a:p>
          <a:p>
            <a:r>
              <a:rPr lang="en-US" sz="2400" dirty="0"/>
              <a:t>Improved </a:t>
            </a:r>
            <a:r>
              <a:rPr lang="en-US" sz="2400" dirty="0" smtClean="0"/>
              <a:t>Agility</a:t>
            </a:r>
          </a:p>
          <a:p>
            <a:r>
              <a:rPr lang="en-US" sz="2400" dirty="0"/>
              <a:t>Minimal Infrastructure Requirement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1400" y="0"/>
            <a:ext cx="1773936" cy="1524000"/>
          </a:xfrm>
          <a:prstGeom prst="rect">
            <a:avLst/>
          </a:prstGeom>
        </p:spPr>
      </p:pic>
    </p:spTree>
    <p:extLst>
      <p:ext uri="{BB962C8B-B14F-4D97-AF65-F5344CB8AC3E}">
        <p14:creationId xmlns:p14="http://schemas.microsoft.com/office/powerpoint/2010/main" val="24451362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6324600" cy="1143000"/>
          </a:xfrm>
        </p:spPr>
        <p:txBody>
          <a:bodyPr>
            <a:normAutofit fontScale="90000"/>
          </a:bodyPr>
          <a:lstStyle/>
          <a:p>
            <a:r>
              <a:rPr lang="en-US" dirty="0" smtClean="0"/>
              <a:t>DISADVANTAGES OF VIRTUAL DATA WAREHOUSING</a:t>
            </a:r>
            <a:endParaRPr lang="en-US" dirty="0"/>
          </a:p>
        </p:txBody>
      </p:sp>
      <p:sp>
        <p:nvSpPr>
          <p:cNvPr id="3" name="Content Placeholder 2"/>
          <p:cNvSpPr>
            <a:spLocks noGrp="1"/>
          </p:cNvSpPr>
          <p:nvPr>
            <p:ph idx="1"/>
          </p:nvPr>
        </p:nvSpPr>
        <p:spPr>
          <a:xfrm>
            <a:off x="-27432" y="1371600"/>
            <a:ext cx="7772400" cy="4114800"/>
          </a:xfrm>
        </p:spPr>
        <p:txBody>
          <a:bodyPr>
            <a:normAutofit/>
          </a:bodyPr>
          <a:lstStyle/>
          <a:p>
            <a:r>
              <a:rPr lang="en-US" sz="2400" dirty="0"/>
              <a:t>Network </a:t>
            </a:r>
            <a:r>
              <a:rPr lang="en-US" sz="2400" dirty="0" smtClean="0"/>
              <a:t>Dependency</a:t>
            </a:r>
          </a:p>
          <a:p>
            <a:r>
              <a:rPr lang="en-US" sz="2400" dirty="0"/>
              <a:t>Challenges in Data </a:t>
            </a:r>
            <a:r>
              <a:rPr lang="en-US" sz="2400" dirty="0" smtClean="0"/>
              <a:t>Consistency</a:t>
            </a:r>
          </a:p>
          <a:p>
            <a:r>
              <a:rPr lang="en-US" sz="2400" dirty="0"/>
              <a:t>Scalability </a:t>
            </a:r>
            <a:r>
              <a:rPr lang="en-US" sz="2400" dirty="0" smtClean="0"/>
              <a:t>Limitations</a:t>
            </a:r>
          </a:p>
          <a:p>
            <a:r>
              <a:rPr lang="en-US" sz="2400" dirty="0"/>
              <a:t>Lack of Historical Snapshots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0"/>
            <a:ext cx="1850136" cy="1524000"/>
          </a:xfrm>
          <a:prstGeom prst="rect">
            <a:avLst/>
          </a:prstGeom>
        </p:spPr>
      </p:pic>
    </p:spTree>
    <p:extLst>
      <p:ext uri="{BB962C8B-B14F-4D97-AF65-F5344CB8AC3E}">
        <p14:creationId xmlns:p14="http://schemas.microsoft.com/office/powerpoint/2010/main" val="1379002873"/>
      </p:ext>
    </p:extLst>
  </p:cSld>
  <p:clrMapOvr>
    <a:masterClrMapping/>
  </p:clrMapOvr>
  <p:transition spd="slow">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itchFamily="34" charset="0"/>
                <a:cs typeface="Arial" pitchFamily="34" charset="0"/>
              </a:rPr>
              <a:t>Conclusion</a:t>
            </a:r>
            <a:endParaRPr lang="en-US" dirty="0"/>
          </a:p>
        </p:txBody>
      </p:sp>
      <p:sp>
        <p:nvSpPr>
          <p:cNvPr id="3" name="Content Placeholder 2"/>
          <p:cNvSpPr>
            <a:spLocks noGrp="1"/>
          </p:cNvSpPr>
          <p:nvPr>
            <p:ph idx="1"/>
          </p:nvPr>
        </p:nvSpPr>
        <p:spPr/>
        <p:txBody>
          <a:bodyPr/>
          <a:lstStyle/>
          <a:p>
            <a:r>
              <a:rPr lang="en-US" dirty="0"/>
              <a:t>A Virtual Data Warehouse offers a flexible and cost-effective approach to integrating data from multiple, diverse sources without the need for physical data storage. </a:t>
            </a:r>
            <a:endParaRPr lang="en-US" dirty="0" smtClean="0"/>
          </a:p>
          <a:p>
            <a:r>
              <a:rPr lang="en-US" dirty="0" smtClean="0"/>
              <a:t>It </a:t>
            </a:r>
            <a:r>
              <a:rPr lang="en-US" dirty="0"/>
              <a:t>enables real-time access to current data and simplifies maintenance by leaving data at the source. However, it also comes with challenges such as performance limitations, complex query processing, and difficulties in managing historical data and consistent security. </a:t>
            </a:r>
            <a:endParaRPr lang="en-US" dirty="0" smtClean="0"/>
          </a:p>
          <a:p>
            <a:r>
              <a:rPr lang="en-US" dirty="0" smtClean="0"/>
              <a:t>Organizations </a:t>
            </a:r>
            <a:r>
              <a:rPr lang="en-US" dirty="0"/>
              <a:t>should carefully evaluate their data needs, infrastructure, and analytical requirements before choosing a virtual data warehouse solution to ensure it aligns with their business goals.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6600" y="0"/>
            <a:ext cx="2078736" cy="1714500"/>
          </a:xfrm>
          <a:prstGeom prst="rect">
            <a:avLst/>
          </a:prstGeom>
        </p:spPr>
      </p:pic>
    </p:spTree>
    <p:extLst>
      <p:ext uri="{BB962C8B-B14F-4D97-AF65-F5344CB8AC3E}">
        <p14:creationId xmlns:p14="http://schemas.microsoft.com/office/powerpoint/2010/main" val="3320111465"/>
      </p:ext>
    </p:extLst>
  </p:cSld>
  <p:clrMapOvr>
    <a:masterClrMapping/>
  </p:clrMapOvr>
  <p:transition spd="slow">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2600" y="762000"/>
            <a:ext cx="5029200" cy="31242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1400" y="0"/>
            <a:ext cx="1773936" cy="1524000"/>
          </a:xfrm>
          <a:prstGeom prst="rect">
            <a:avLst/>
          </a:prstGeom>
        </p:spPr>
      </p:pic>
    </p:spTree>
    <p:extLst>
      <p:ext uri="{BB962C8B-B14F-4D97-AF65-F5344CB8AC3E}">
        <p14:creationId xmlns:p14="http://schemas.microsoft.com/office/powerpoint/2010/main" val="1160990130"/>
      </p:ext>
    </p:extLst>
  </p:cSld>
  <p:clrMapOvr>
    <a:masterClrMapping/>
  </p:clrMapOvr>
  <p:transition spd="slow">
    <p:cover/>
  </p:transition>
  <p:timing>
    <p:tnLst>
      <p:par>
        <p:cTn id="1" dur="indefinite" restart="never" nodeType="tmRoot"/>
      </p:par>
    </p:tnLst>
  </p:timing>
</p:sld>
</file>

<file path=ppt/theme/theme1.xml><?xml version="1.0" encoding="utf-8"?>
<a:theme xmlns:a="http://schemas.openxmlformats.org/drawingml/2006/main" name="Urban Pop">
  <a:themeElements>
    <a:clrScheme name="Urban Pop">
      <a:dk1>
        <a:srgbClr val="000000"/>
      </a:dk1>
      <a:lt1>
        <a:srgbClr val="FFFFFF"/>
      </a:lt1>
      <a:dk2>
        <a:srgbClr val="282828"/>
      </a:dk2>
      <a:lt2>
        <a:srgbClr val="D4D4D4"/>
      </a:lt2>
      <a:accent1>
        <a:srgbClr val="86CE24"/>
      </a:accent1>
      <a:accent2>
        <a:srgbClr val="00A2E6"/>
      </a:accent2>
      <a:accent3>
        <a:srgbClr val="FAC810"/>
      </a:accent3>
      <a:accent4>
        <a:srgbClr val="7D8F8C"/>
      </a:accent4>
      <a:accent5>
        <a:srgbClr val="D06B20"/>
      </a:accent5>
      <a:accent6>
        <a:srgbClr val="958B8B"/>
      </a:accent6>
      <a:hlink>
        <a:srgbClr val="FF9900"/>
      </a:hlink>
      <a:folHlink>
        <a:srgbClr val="969696"/>
      </a:folHlink>
    </a:clrScheme>
    <a:fontScheme name="Urban Pop">
      <a:maj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rban Pop">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2700" cap="flat" cmpd="sng" algn="ctr">
          <a:solidFill>
            <a:schemeClr val="phClr"/>
          </a:solidFill>
          <a:prstDash val="solid"/>
        </a:ln>
        <a:ln w="15875"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0800" dist="38100" dir="5400000" rotWithShape="0">
              <a:srgbClr val="000000">
                <a:alpha val="58000"/>
              </a:srgbClr>
            </a:outerShdw>
          </a:effectLst>
          <a:scene3d>
            <a:camera prst="orthographicFront">
              <a:rot lat="0" lon="0" rev="0"/>
            </a:camera>
            <a:lightRig rig="flat" dir="t"/>
          </a:scene3d>
          <a:sp3d contourW="15875">
            <a:bevelT w="95250" h="127000"/>
            <a:contourClr>
              <a:schemeClr val="phClr">
                <a:shade val="30000"/>
              </a:schemeClr>
            </a:contourClr>
          </a:sp3d>
        </a:effectStyle>
      </a:effectStyleLst>
      <a:bgFillStyleLst>
        <a:solidFill>
          <a:schemeClr val="phClr"/>
        </a:solidFill>
        <a:gradFill rotWithShape="1">
          <a:gsLst>
            <a:gs pos="0">
              <a:schemeClr val="phClr">
                <a:tint val="95000"/>
                <a:shade val="100000"/>
                <a:alpha val="100000"/>
                <a:satMod val="100000"/>
                <a:lumMod val="100000"/>
              </a:schemeClr>
            </a:gs>
            <a:gs pos="9000">
              <a:schemeClr val="phClr">
                <a:tint val="90000"/>
                <a:shade val="100000"/>
                <a:alpha val="100000"/>
                <a:satMod val="100000"/>
                <a:lumMod val="100000"/>
              </a:schemeClr>
            </a:gs>
            <a:gs pos="34000">
              <a:schemeClr val="phClr">
                <a:tint val="83000"/>
                <a:shade val="100000"/>
                <a:alpha val="100000"/>
                <a:satMod val="100000"/>
                <a:lumMod val="100000"/>
              </a:schemeClr>
            </a:gs>
            <a:gs pos="62000">
              <a:schemeClr val="phClr">
                <a:tint val="85000"/>
                <a:shade val="100000"/>
                <a:alpha val="100000"/>
                <a:satMod val="100000"/>
                <a:lumMod val="100000"/>
              </a:schemeClr>
            </a:gs>
            <a:gs pos="90000">
              <a:schemeClr val="phClr">
                <a:tint val="92000"/>
                <a:shade val="100000"/>
                <a:alpha val="100000"/>
                <a:satMod val="100000"/>
                <a:lumMod val="90000"/>
              </a:schemeClr>
            </a:gs>
            <a:gs pos="100000">
              <a:schemeClr val="phClr">
                <a:tint val="85000"/>
                <a:shade val="100000"/>
                <a:alpha val="100000"/>
                <a:satMod val="100000"/>
                <a:lumMod val="100000"/>
              </a:schemeClr>
            </a:gs>
          </a:gsLst>
          <a:lin ang="5400000" scaled="1"/>
        </a:gradFill>
        <a:gradFill rotWithShape="1">
          <a:gsLst>
            <a:gs pos="0">
              <a:schemeClr val="phClr">
                <a:tint val="78000"/>
              </a:schemeClr>
            </a:gs>
            <a:gs pos="100000">
              <a:schemeClr val="phClr">
                <a:tint val="95000"/>
                <a:shade val="98000"/>
                <a:lumMod val="80000"/>
              </a:schemeClr>
            </a:gs>
          </a:gsLst>
          <a:path path="circle">
            <a:fillToRect l="50000" t="100000" r="10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TM01859862[[fn=Urban Pop]]</Template>
  <TotalTime>310</TotalTime>
  <Words>221</Words>
  <Application>Microsoft Office PowerPoint</Application>
  <PresentationFormat>On-screen Show (4:3)</PresentationFormat>
  <Paragraphs>42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Urban Pop</vt:lpstr>
      <vt:lpstr>Topic:  Data Mart   Presented by:  Shubham Umesh Chavan</vt:lpstr>
      <vt:lpstr>Agenda</vt:lpstr>
      <vt:lpstr>InTRODUCTION TO  Virtual Data Warehouse</vt:lpstr>
      <vt:lpstr>HOW Virtual Data Warehouse works</vt:lpstr>
      <vt:lpstr>Data Sources</vt:lpstr>
      <vt:lpstr>Key Features</vt:lpstr>
      <vt:lpstr>ADVANTAGES of Virtual Data Warehouse </vt:lpstr>
      <vt:lpstr>DISADVANTAGES OF VIRTUAL DATA WAREHOUSING</vt:lpstr>
      <vt:lpstr>Conclusion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Data Mart   Presented by:  Shubham Umesh Chavan</dc:title>
  <dc:creator>Subham</dc:creator>
  <cp:lastModifiedBy>Subham</cp:lastModifiedBy>
  <cp:revision>13</cp:revision>
  <dcterms:created xsi:type="dcterms:W3CDTF">2026-01-07T08:36:28Z</dcterms:created>
  <dcterms:modified xsi:type="dcterms:W3CDTF">2026-01-16T10:21:22Z</dcterms:modified>
</cp:coreProperties>
</file>